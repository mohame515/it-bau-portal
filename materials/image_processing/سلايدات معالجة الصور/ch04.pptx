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bin" ContentType="application/vnd.openxmlformats-officedocument.oleObject"/>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wmf" ContentType="image/x-wmf"/>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118"/>
  </p:notesMasterIdLst>
  <p:sldIdLst>
    <p:sldId id="291" r:id="rId2"/>
    <p:sldId id="292" r:id="rId3"/>
    <p:sldId id="293" r:id="rId4"/>
    <p:sldId id="294" r:id="rId5"/>
    <p:sldId id="295" r:id="rId6"/>
    <p:sldId id="296"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311" r:id="rId22"/>
    <p:sldId id="256" r:id="rId23"/>
    <p:sldId id="257" r:id="rId24"/>
    <p:sldId id="258" r:id="rId25"/>
    <p:sldId id="259" r:id="rId26"/>
    <p:sldId id="260" r:id="rId27"/>
    <p:sldId id="261" r:id="rId28"/>
    <p:sldId id="262" r:id="rId29"/>
    <p:sldId id="263" r:id="rId30"/>
    <p:sldId id="264" r:id="rId31"/>
    <p:sldId id="265" r:id="rId32"/>
    <p:sldId id="266" r:id="rId33"/>
    <p:sldId id="267" r:id="rId34"/>
    <p:sldId id="268" r:id="rId35"/>
    <p:sldId id="269" r:id="rId36"/>
    <p:sldId id="270" r:id="rId37"/>
    <p:sldId id="271" r:id="rId38"/>
    <p:sldId id="272" r:id="rId39"/>
    <p:sldId id="273" r:id="rId40"/>
    <p:sldId id="274" r:id="rId41"/>
    <p:sldId id="275" r:id="rId42"/>
    <p:sldId id="276" r:id="rId43"/>
    <p:sldId id="277" r:id="rId44"/>
    <p:sldId id="278" r:id="rId45"/>
    <p:sldId id="279" r:id="rId46"/>
    <p:sldId id="280" r:id="rId47"/>
    <p:sldId id="281" r:id="rId48"/>
    <p:sldId id="282" r:id="rId49"/>
    <p:sldId id="283" r:id="rId50"/>
    <p:sldId id="284" r:id="rId51"/>
    <p:sldId id="285" r:id="rId52"/>
    <p:sldId id="286" r:id="rId53"/>
    <p:sldId id="287" r:id="rId54"/>
    <p:sldId id="288" r:id="rId55"/>
    <p:sldId id="289" r:id="rId56"/>
    <p:sldId id="290"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Lst>
  <p:sldSz cx="9144000" cy="6858000" type="screen4x3"/>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84412" autoAdjust="0"/>
    <p:restoredTop sz="94624" autoAdjust="0"/>
  </p:normalViewPr>
  <p:slideViewPr>
    <p:cSldViewPr>
      <p:cViewPr varScale="1">
        <p:scale>
          <a:sx n="54" d="100"/>
          <a:sy n="54" d="100"/>
        </p:scale>
        <p:origin x="-102" y="-426"/>
      </p:cViewPr>
      <p:guideLst>
        <p:guide orient="horz" pos="2160"/>
        <p:guide pos="2880"/>
      </p:guideLst>
    </p:cSldViewPr>
  </p:slideViewPr>
  <p:outlineViewPr>
    <p:cViewPr>
      <p:scale>
        <a:sx n="33" d="100"/>
        <a:sy n="33" d="100"/>
      </p:scale>
      <p:origin x="12"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عنصر نائب للتاريخ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CD28ADE-3AF0-49B9-9A99-12BFFABFBD4B}" type="datetimeFigureOut">
              <a:rPr lang="en-US" smtClean="0"/>
              <a:pPr/>
              <a:t>8/15/2020</a:t>
            </a:fld>
            <a:endParaRPr lang="en-GB"/>
          </a:p>
        </p:txBody>
      </p:sp>
      <p:sp>
        <p:nvSpPr>
          <p:cNvPr id="4" name="عنصر نائب لصورة الشريحة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عنصر نائب للملاحظات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GB"/>
          </a:p>
        </p:txBody>
      </p:sp>
      <p:sp>
        <p:nvSpPr>
          <p:cNvPr id="6" name="عنصر نائب للتذييل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عنصر نائب لرقم الشريحة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A0B5088-C3BE-4263-B8EF-EA01991E721D}"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noTextEdit="1"/>
          </p:cNvSpPr>
          <p:nvPr>
            <p:ph type="sldImg"/>
          </p:nvPr>
        </p:nvSpPr>
        <p:spPr bwMode="auto">
          <a:noFill/>
          <a:ln>
            <a:solidFill>
              <a:srgbClr val="000000"/>
            </a:solidFill>
            <a:miter lim="800000"/>
            <a:headEnd/>
            <a:tailEnd/>
          </a:ln>
        </p:spPr>
      </p:sp>
      <p:sp>
        <p:nvSpPr>
          <p:cNvPr id="3174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ea typeface="ＭＳ Ｐゴシック" pitchFamily="34" charset="-128"/>
              </a:rPr>
              <a:t>scanning and digital photography</a:t>
            </a:r>
          </a:p>
        </p:txBody>
      </p:sp>
      <p:sp>
        <p:nvSpPr>
          <p:cNvPr id="31747" name="Slide Number Placeholder 3"/>
          <p:cNvSpPr>
            <a:spLocks noGrp="1"/>
          </p:cNvSpPr>
          <p:nvPr>
            <p:ph type="sldNum" sz="quarter" idx="5"/>
          </p:nvPr>
        </p:nvSpPr>
        <p:spPr bwMode="auto">
          <a:noFill/>
          <a:ln>
            <a:miter lim="800000"/>
            <a:headEnd/>
            <a:tailEnd/>
          </a:ln>
        </p:spPr>
        <p:txBody>
          <a:bodyPr/>
          <a:lstStyle/>
          <a:p>
            <a:fld id="{FB5F1121-03B5-4BF7-A5EA-58E4712BF782}" type="slidenum">
              <a:rPr lang="en-US"/>
              <a:pPr/>
              <a:t>16</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p:cNvSpPr>
            <a:spLocks noGrp="1" noRot="1" noChangeAspect="1" noTextEdit="1"/>
          </p:cNvSpPr>
          <p:nvPr>
            <p:ph type="sldImg"/>
          </p:nvPr>
        </p:nvSpPr>
        <p:spPr bwMode="auto">
          <a:noFill/>
          <a:ln>
            <a:solidFill>
              <a:srgbClr val="000000"/>
            </a:solidFill>
            <a:miter lim="800000"/>
            <a:headEnd/>
            <a:tailEnd/>
          </a:ln>
        </p:spPr>
      </p:sp>
      <p:sp>
        <p:nvSpPr>
          <p:cNvPr id="3379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ea typeface="ＭＳ Ｐゴシック" pitchFamily="34" charset="-128"/>
              </a:rPr>
              <a:t>1,000,000</a:t>
            </a:r>
          </a:p>
        </p:txBody>
      </p:sp>
      <p:sp>
        <p:nvSpPr>
          <p:cNvPr id="33795" name="Slide Number Placeholder 3"/>
          <p:cNvSpPr>
            <a:spLocks noGrp="1"/>
          </p:cNvSpPr>
          <p:nvPr>
            <p:ph type="sldNum" sz="quarter" idx="5"/>
          </p:nvPr>
        </p:nvSpPr>
        <p:spPr bwMode="auto">
          <a:noFill/>
          <a:ln>
            <a:miter lim="800000"/>
            <a:headEnd/>
            <a:tailEnd/>
          </a:ln>
        </p:spPr>
        <p:txBody>
          <a:bodyPr/>
          <a:lstStyle/>
          <a:p>
            <a:fld id="{6E64D63D-B1B4-41D4-877F-0B42C09B0D91}" type="slidenum">
              <a:rPr lang="en-US"/>
              <a:pPr/>
              <a:t>17</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p:cNvSpPr>
            <a:spLocks noGrp="1" noRot="1" noChangeAspect="1" noTextEdit="1"/>
          </p:cNvSpPr>
          <p:nvPr>
            <p:ph type="sldImg"/>
          </p:nvPr>
        </p:nvSpPr>
        <p:spPr bwMode="auto">
          <a:noFill/>
          <a:ln>
            <a:solidFill>
              <a:srgbClr val="000000"/>
            </a:solidFill>
            <a:miter lim="800000"/>
            <a:headEnd/>
            <a:tailEnd/>
          </a:ln>
        </p:spPr>
      </p:sp>
      <p:sp>
        <p:nvSpPr>
          <p:cNvPr id="3584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ea typeface="ＭＳ Ｐゴシック" pitchFamily="34" charset="-128"/>
              </a:rPr>
              <a:t>36</a:t>
            </a:r>
          </a:p>
        </p:txBody>
      </p:sp>
      <p:sp>
        <p:nvSpPr>
          <p:cNvPr id="35843" name="Slide Number Placeholder 3"/>
          <p:cNvSpPr>
            <a:spLocks noGrp="1"/>
          </p:cNvSpPr>
          <p:nvPr>
            <p:ph type="sldNum" sz="quarter" idx="5"/>
          </p:nvPr>
        </p:nvSpPr>
        <p:spPr bwMode="auto">
          <a:noFill/>
          <a:ln>
            <a:miter lim="800000"/>
            <a:headEnd/>
            <a:tailEnd/>
          </a:ln>
        </p:spPr>
        <p:txBody>
          <a:bodyPr/>
          <a:lstStyle/>
          <a:p>
            <a:fld id="{881A604E-F674-4600-8D0B-D5D10878C41A}" type="slidenum">
              <a:rPr lang="en-US"/>
              <a:pPr/>
              <a:t>18</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p:cNvSpPr>
            <a:spLocks noGrp="1" noRot="1" noChangeAspect="1" noTextEdit="1"/>
          </p:cNvSpPr>
          <p:nvPr>
            <p:ph type="sldImg"/>
          </p:nvPr>
        </p:nvSpPr>
        <p:spPr bwMode="auto">
          <a:noFill/>
          <a:ln>
            <a:solidFill>
              <a:srgbClr val="000000"/>
            </a:solidFill>
            <a:miter lim="800000"/>
            <a:headEnd/>
            <a:tailEnd/>
          </a:ln>
        </p:spPr>
      </p:sp>
      <p:sp>
        <p:nvSpPr>
          <p:cNvPr id="3789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ea typeface="ＭＳ Ｐゴシック" pitchFamily="34" charset="-128"/>
              </a:rPr>
              <a:t>No</a:t>
            </a:r>
          </a:p>
        </p:txBody>
      </p:sp>
      <p:sp>
        <p:nvSpPr>
          <p:cNvPr id="37891" name="Slide Number Placeholder 3"/>
          <p:cNvSpPr>
            <a:spLocks noGrp="1"/>
          </p:cNvSpPr>
          <p:nvPr>
            <p:ph type="sldNum" sz="quarter" idx="5"/>
          </p:nvPr>
        </p:nvSpPr>
        <p:spPr bwMode="auto">
          <a:noFill/>
          <a:ln>
            <a:miter lim="800000"/>
            <a:headEnd/>
            <a:tailEnd/>
          </a:ln>
        </p:spPr>
        <p:txBody>
          <a:bodyPr/>
          <a:lstStyle/>
          <a:p>
            <a:fld id="{C0982A01-F7A1-424C-AA30-9EE713D8A539}" type="slidenum">
              <a:rPr lang="en-US"/>
              <a:pPr/>
              <a:t>19</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p:cNvSpPr>
            <a:spLocks noGrp="1" noRot="1" noChangeAspect="1" noTextEdit="1"/>
          </p:cNvSpPr>
          <p:nvPr>
            <p:ph type="sldImg"/>
          </p:nvPr>
        </p:nvSpPr>
        <p:spPr bwMode="auto">
          <a:noFill/>
          <a:ln>
            <a:solidFill>
              <a:srgbClr val="000000"/>
            </a:solidFill>
            <a:miter lim="800000"/>
            <a:headEnd/>
            <a:tailEnd/>
          </a:ln>
        </p:spPr>
      </p:sp>
      <p:sp>
        <p:nvSpPr>
          <p:cNvPr id="39938"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ea typeface="ＭＳ Ｐゴシック" pitchFamily="34" charset="-128"/>
              </a:rPr>
              <a:t>the optics of the lens</a:t>
            </a:r>
          </a:p>
          <a:p>
            <a:r>
              <a:rPr lang="en-US" smtClean="0">
                <a:ea typeface="ＭＳ Ｐゴシック" pitchFamily="34" charset="-128"/>
              </a:rPr>
              <a:t>the size and quality of the sensor</a:t>
            </a:r>
          </a:p>
          <a:p>
            <a:r>
              <a:rPr lang="en-US" smtClean="0">
                <a:ea typeface="ＭＳ Ｐゴシック" pitchFamily="34" charset="-128"/>
              </a:rPr>
              <a:t>the camera electronics</a:t>
            </a:r>
          </a:p>
          <a:p>
            <a:r>
              <a:rPr lang="en-US" smtClean="0">
                <a:ea typeface="ＭＳ Ｐゴシック" pitchFamily="34" charset="-128"/>
              </a:rPr>
              <a:t>the camera</a:t>
            </a:r>
            <a:r>
              <a:rPr lang="ja-JP" altLang="en-US" smtClean="0">
                <a:ea typeface="ＭＳ Ｐゴシック" pitchFamily="34" charset="-128"/>
              </a:rPr>
              <a:t>’</a:t>
            </a:r>
            <a:r>
              <a:rPr lang="en-US" altLang="ja-JP" smtClean="0">
                <a:ea typeface="ＭＳ Ｐゴシック" pitchFamily="34" charset="-128"/>
              </a:rPr>
              <a:t>s image processing software</a:t>
            </a:r>
            <a:endParaRPr lang="en-US" smtClean="0">
              <a:ea typeface="ＭＳ Ｐゴシック" pitchFamily="34" charset="-128"/>
            </a:endParaRPr>
          </a:p>
        </p:txBody>
      </p:sp>
      <p:sp>
        <p:nvSpPr>
          <p:cNvPr id="39939" name="Slide Number Placeholder 3"/>
          <p:cNvSpPr>
            <a:spLocks noGrp="1"/>
          </p:cNvSpPr>
          <p:nvPr>
            <p:ph type="sldNum" sz="quarter" idx="5"/>
          </p:nvPr>
        </p:nvSpPr>
        <p:spPr bwMode="auto">
          <a:noFill/>
          <a:ln>
            <a:miter lim="800000"/>
            <a:headEnd/>
            <a:tailEnd/>
          </a:ln>
        </p:spPr>
        <p:txBody>
          <a:bodyPr/>
          <a:lstStyle/>
          <a:p>
            <a:fld id="{E19DBCD4-CF62-467B-AE49-5EEBE624A2F9}" type="slidenum">
              <a:rPr lang="en-US"/>
              <a:pPr/>
              <a:t>20</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noTextEdit="1"/>
          </p:cNvSpPr>
          <p:nvPr>
            <p:ph type="sldImg"/>
          </p:nvPr>
        </p:nvSpPr>
        <p:spPr bwMode="auto">
          <a:noFill/>
          <a:ln>
            <a:solidFill>
              <a:srgbClr val="000000"/>
            </a:solidFill>
            <a:miter lim="800000"/>
            <a:headEnd/>
            <a:tailEnd/>
          </a:ln>
        </p:spPr>
      </p:sp>
      <p:sp>
        <p:nvSpPr>
          <p:cNvPr id="419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ea typeface="ＭＳ Ｐゴシック" pitchFamily="34" charset="-128"/>
              </a:rPr>
              <a:t>No, it depends on the print resolution</a:t>
            </a:r>
          </a:p>
        </p:txBody>
      </p:sp>
      <p:sp>
        <p:nvSpPr>
          <p:cNvPr id="41987" name="Slide Number Placeholder 3"/>
          <p:cNvSpPr>
            <a:spLocks noGrp="1"/>
          </p:cNvSpPr>
          <p:nvPr>
            <p:ph type="sldNum" sz="quarter" idx="5"/>
          </p:nvPr>
        </p:nvSpPr>
        <p:spPr bwMode="auto">
          <a:noFill/>
          <a:ln>
            <a:miter lim="800000"/>
            <a:headEnd/>
            <a:tailEnd/>
          </a:ln>
        </p:spPr>
        <p:txBody>
          <a:bodyPr/>
          <a:lstStyle/>
          <a:p>
            <a:fld id="{0618CDB5-5394-441C-91CA-E670DB47FFC8}" type="slidenum">
              <a:rPr lang="en-US"/>
              <a:pPr/>
              <a:t>21</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normAutofit/>
          </a:bodyPr>
          <a:lstStyle/>
          <a:p>
            <a:r>
              <a:rPr lang="en-GB" sz="1200" b="0" i="0" kern="1200" dirty="0" smtClean="0">
                <a:solidFill>
                  <a:schemeClr val="tx1"/>
                </a:solidFill>
                <a:latin typeface="+mn-lt"/>
                <a:ea typeface="+mn-ea"/>
                <a:cs typeface="+mn-cs"/>
              </a:rPr>
              <a:t>You can identify the print size if you both know the pixel dimensions  and the print resolution of an image</a:t>
            </a:r>
          </a:p>
          <a:p>
            <a:r>
              <a:rPr lang="en-GB" sz="1200" b="0" i="0" kern="1200" dirty="0" smtClean="0">
                <a:solidFill>
                  <a:schemeClr val="tx1"/>
                </a:solidFill>
                <a:latin typeface="+mn-lt"/>
                <a:ea typeface="+mn-ea"/>
                <a:cs typeface="+mn-cs"/>
              </a:rPr>
              <a:t/>
            </a:r>
            <a:br>
              <a:rPr lang="en-GB" sz="1200" b="0" i="0" kern="1200" dirty="0" smtClean="0">
                <a:solidFill>
                  <a:schemeClr val="tx1"/>
                </a:solidFill>
                <a:latin typeface="+mn-lt"/>
                <a:ea typeface="+mn-ea"/>
                <a:cs typeface="+mn-cs"/>
              </a:rPr>
            </a:br>
            <a:endParaRPr lang="en-GB" sz="1200" b="0" i="0" kern="1200" dirty="0" smtClean="0">
              <a:solidFill>
                <a:schemeClr val="tx1"/>
              </a:solidFill>
              <a:latin typeface="+mn-lt"/>
              <a:ea typeface="+mn-ea"/>
              <a:cs typeface="+mn-cs"/>
            </a:endParaRPr>
          </a:p>
          <a:p>
            <a:r>
              <a:rPr lang="en-GB" sz="1200" b="0" i="0" kern="1200" dirty="0" smtClean="0">
                <a:solidFill>
                  <a:schemeClr val="tx1"/>
                </a:solidFill>
                <a:latin typeface="+mn-lt"/>
                <a:ea typeface="+mn-ea"/>
                <a:cs typeface="+mn-cs"/>
              </a:rPr>
              <a:t>Select one:</a:t>
            </a:r>
          </a:p>
          <a:p>
            <a:r>
              <a:rPr lang="en-GB" sz="1200" b="0" i="0" kern="1200" dirty="0" smtClean="0">
                <a:solidFill>
                  <a:schemeClr val="tx1"/>
                </a:solidFill>
                <a:latin typeface="+mn-lt"/>
                <a:ea typeface="+mn-ea"/>
                <a:cs typeface="+mn-cs"/>
              </a:rPr>
              <a:t>True</a:t>
            </a:r>
          </a:p>
          <a:p>
            <a:r>
              <a:rPr lang="en-GB" sz="1200" b="0" i="0" kern="1200" dirty="0" smtClean="0">
                <a:solidFill>
                  <a:schemeClr val="tx1"/>
                </a:solidFill>
                <a:latin typeface="+mn-lt"/>
                <a:ea typeface="+mn-ea"/>
                <a:cs typeface="+mn-cs"/>
              </a:rPr>
              <a:t>False</a:t>
            </a:r>
          </a:p>
          <a:p>
            <a:endParaRPr lang="en-GB" dirty="0"/>
          </a:p>
        </p:txBody>
      </p:sp>
      <p:sp>
        <p:nvSpPr>
          <p:cNvPr id="4" name="عنصر نائب لرقم الشريحة 3"/>
          <p:cNvSpPr>
            <a:spLocks noGrp="1"/>
          </p:cNvSpPr>
          <p:nvPr>
            <p:ph type="sldNum" sz="quarter" idx="10"/>
          </p:nvPr>
        </p:nvSpPr>
        <p:spPr/>
        <p:txBody>
          <a:bodyPr/>
          <a:lstStyle/>
          <a:p>
            <a:fld id="{9A0B5088-C3BE-4263-B8EF-EA01991E721D}" type="slidenum">
              <a:rPr lang="en-GB" smtClean="0"/>
              <a:pPr/>
              <a:t>25</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False</a:t>
            </a:r>
          </a:p>
        </p:txBody>
      </p:sp>
      <p:sp>
        <p:nvSpPr>
          <p:cNvPr id="4" name="Slide Number Placeholder 3"/>
          <p:cNvSpPr>
            <a:spLocks noGrp="1"/>
          </p:cNvSpPr>
          <p:nvPr>
            <p:ph type="sldNum" sz="quarter" idx="5"/>
          </p:nvPr>
        </p:nvSpPr>
        <p:spPr/>
        <p:txBody>
          <a:bodyPr/>
          <a:lstStyle/>
          <a:p>
            <a:pPr>
              <a:defRPr/>
            </a:pPr>
            <a:fld id="{7DA16331-5272-4314-9E5C-4800BC2FA444}" type="slidenum">
              <a:rPr lang="en-US" smtClean="0"/>
              <a:pPr>
                <a:defRPr/>
              </a:pPr>
              <a:t>42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p:spPr>
      </p:sp>
      <p:sp>
        <p:nvSpPr>
          <p:cNvPr id="3993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B</a:t>
            </a:r>
          </a:p>
        </p:txBody>
      </p:sp>
      <p:sp>
        <p:nvSpPr>
          <p:cNvPr id="4" name="Slide Number Placeholder 3"/>
          <p:cNvSpPr>
            <a:spLocks noGrp="1"/>
          </p:cNvSpPr>
          <p:nvPr>
            <p:ph type="sldNum" sz="quarter" idx="5"/>
          </p:nvPr>
        </p:nvSpPr>
        <p:spPr/>
        <p:txBody>
          <a:bodyPr/>
          <a:lstStyle/>
          <a:p>
            <a:pPr>
              <a:defRPr/>
            </a:pPr>
            <a:fld id="{139963ED-567E-4E22-9334-86A349366559}" type="slidenum">
              <a:rPr lang="en-US" smtClean="0"/>
              <a:pPr>
                <a:defRPr/>
              </a:pPr>
              <a:t>43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p:spPr>
      </p:sp>
      <p:sp>
        <p:nvSpPr>
          <p:cNvPr id="40963"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True</a:t>
            </a:r>
          </a:p>
        </p:txBody>
      </p:sp>
      <p:sp>
        <p:nvSpPr>
          <p:cNvPr id="4" name="Slide Number Placeholder 3"/>
          <p:cNvSpPr>
            <a:spLocks noGrp="1"/>
          </p:cNvSpPr>
          <p:nvPr>
            <p:ph type="sldNum" sz="quarter" idx="5"/>
          </p:nvPr>
        </p:nvSpPr>
        <p:spPr/>
        <p:txBody>
          <a:bodyPr/>
          <a:lstStyle/>
          <a:p>
            <a:pPr>
              <a:defRPr/>
            </a:pPr>
            <a:fld id="{078CAAF9-720F-405A-91D0-F3CCD5D59DA7}" type="slidenum">
              <a:rPr lang="en-US" smtClean="0"/>
              <a:pPr>
                <a:defRPr/>
              </a:pPr>
              <a:t>44</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p:spPr>
      </p:sp>
      <p:sp>
        <p:nvSpPr>
          <p:cNvPr id="4198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3000 x 2000 pixels</a:t>
            </a:r>
          </a:p>
        </p:txBody>
      </p:sp>
      <p:sp>
        <p:nvSpPr>
          <p:cNvPr id="4" name="Slide Number Placeholder 3"/>
          <p:cNvSpPr>
            <a:spLocks noGrp="1"/>
          </p:cNvSpPr>
          <p:nvPr>
            <p:ph type="sldNum" sz="quarter" idx="5"/>
          </p:nvPr>
        </p:nvSpPr>
        <p:spPr/>
        <p:txBody>
          <a:bodyPr/>
          <a:lstStyle/>
          <a:p>
            <a:pPr>
              <a:defRPr/>
            </a:pPr>
            <a:fld id="{B3AFE38B-E111-4D51-AF28-0F93C7CE6059}" type="slidenum">
              <a:rPr lang="en-US" smtClean="0"/>
              <a:pPr>
                <a:defRPr/>
              </a:pPr>
              <a:t>45</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p:spPr>
      </p:sp>
      <p:sp>
        <p:nvSpPr>
          <p:cNvPr id="43011"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10" x 8"</a:t>
            </a:r>
          </a:p>
        </p:txBody>
      </p:sp>
      <p:sp>
        <p:nvSpPr>
          <p:cNvPr id="4" name="Slide Number Placeholder 3"/>
          <p:cNvSpPr>
            <a:spLocks noGrp="1"/>
          </p:cNvSpPr>
          <p:nvPr>
            <p:ph type="sldNum" sz="quarter" idx="5"/>
          </p:nvPr>
        </p:nvSpPr>
        <p:spPr/>
        <p:txBody>
          <a:bodyPr/>
          <a:lstStyle/>
          <a:p>
            <a:pPr>
              <a:defRPr/>
            </a:pPr>
            <a:fld id="{276C03B4-9A6B-4E74-B646-5E7AA87CA4C7}" type="slidenum">
              <a:rPr lang="en-US" smtClean="0"/>
              <a:pPr>
                <a:defRPr/>
              </a:pPr>
              <a:t>46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p:spPr>
      </p:sp>
      <p:sp>
        <p:nvSpPr>
          <p:cNvPr id="4403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300 ppi</a:t>
            </a:r>
          </a:p>
        </p:txBody>
      </p:sp>
      <p:sp>
        <p:nvSpPr>
          <p:cNvPr id="4" name="Slide Number Placeholder 3"/>
          <p:cNvSpPr>
            <a:spLocks noGrp="1"/>
          </p:cNvSpPr>
          <p:nvPr>
            <p:ph type="sldNum" sz="quarter" idx="5"/>
          </p:nvPr>
        </p:nvSpPr>
        <p:spPr/>
        <p:txBody>
          <a:bodyPr/>
          <a:lstStyle/>
          <a:p>
            <a:pPr>
              <a:defRPr/>
            </a:pPr>
            <a:fld id="{A3388E02-E66B-4E7F-AFEA-BD77CF7563AA}" type="slidenum">
              <a:rPr lang="en-US" smtClean="0"/>
              <a:pPr>
                <a:defRPr/>
              </a:pPr>
              <a:t>47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p:spPr>
      </p:sp>
      <p:sp>
        <p:nvSpPr>
          <p:cNvPr id="4505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The unit in the Resolution is set to pixels/cm; it should be pixels/inch.</a:t>
            </a:r>
          </a:p>
        </p:txBody>
      </p:sp>
      <p:sp>
        <p:nvSpPr>
          <p:cNvPr id="4" name="Slide Number Placeholder 3"/>
          <p:cNvSpPr>
            <a:spLocks noGrp="1"/>
          </p:cNvSpPr>
          <p:nvPr>
            <p:ph type="sldNum" sz="quarter" idx="5"/>
          </p:nvPr>
        </p:nvSpPr>
        <p:spPr/>
        <p:txBody>
          <a:bodyPr/>
          <a:lstStyle/>
          <a:p>
            <a:pPr>
              <a:defRPr/>
            </a:pPr>
            <a:fld id="{8ABC487B-105D-429B-BDFD-175FF96B48FF}" type="slidenum">
              <a:rPr lang="en-US" smtClean="0"/>
              <a:pPr>
                <a:defRPr/>
              </a:pPr>
              <a:t>48</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p:spPr>
      </p:sp>
      <p:sp>
        <p:nvSpPr>
          <p:cNvPr id="3686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smtClean="0"/>
              <a:t>it is stroked with a specified line style, width, and color</a:t>
            </a:r>
          </a:p>
        </p:txBody>
      </p:sp>
      <p:sp>
        <p:nvSpPr>
          <p:cNvPr id="4" name="Slide Number Placeholder 3"/>
          <p:cNvSpPr>
            <a:spLocks noGrp="1"/>
          </p:cNvSpPr>
          <p:nvPr>
            <p:ph type="sldNum" sz="quarter" idx="5"/>
          </p:nvPr>
        </p:nvSpPr>
        <p:spPr/>
        <p:txBody>
          <a:bodyPr/>
          <a:lstStyle/>
          <a:p>
            <a:pPr>
              <a:defRPr/>
            </a:pPr>
            <a:fld id="{30F79962-2523-48C5-BA31-C50FF932F9D7}" type="slidenum">
              <a:rPr lang="en-US" smtClean="0"/>
              <a:pPr>
                <a:defRPr/>
              </a:pPr>
              <a:t>81</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p:spPr>
      </p:sp>
      <p:sp>
        <p:nvSpPr>
          <p:cNvPr id="37891"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smtClean="0"/>
              <a:t>A – (ii)</a:t>
            </a:r>
          </a:p>
          <a:p>
            <a:r>
              <a:rPr lang="en-US" altLang="en-US" smtClean="0"/>
              <a:t>B – (i)</a:t>
            </a:r>
          </a:p>
          <a:p>
            <a:r>
              <a:rPr lang="en-US" altLang="en-US" smtClean="0"/>
              <a:t>C – (iii)</a:t>
            </a:r>
          </a:p>
        </p:txBody>
      </p:sp>
      <p:sp>
        <p:nvSpPr>
          <p:cNvPr id="4" name="Slide Number Placeholder 3"/>
          <p:cNvSpPr>
            <a:spLocks noGrp="1"/>
          </p:cNvSpPr>
          <p:nvPr>
            <p:ph type="sldNum" sz="quarter" idx="5"/>
          </p:nvPr>
        </p:nvSpPr>
        <p:spPr/>
        <p:txBody>
          <a:bodyPr/>
          <a:lstStyle/>
          <a:p>
            <a:pPr>
              <a:defRPr/>
            </a:pPr>
            <a:fld id="{34591779-C8C7-4107-BCC8-AF3657980837}" type="slidenum">
              <a:rPr lang="en-US" smtClean="0"/>
              <a:pPr>
                <a:defRPr/>
              </a:pPr>
              <a:t>82</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smtClean="0"/>
              <a:t>curviness</a:t>
            </a:r>
          </a:p>
          <a:p>
            <a:r>
              <a:rPr lang="en-US" altLang="en-US" smtClean="0"/>
              <a:t>tangent</a:t>
            </a:r>
          </a:p>
        </p:txBody>
      </p:sp>
      <p:sp>
        <p:nvSpPr>
          <p:cNvPr id="4" name="Slide Number Placeholder 3"/>
          <p:cNvSpPr>
            <a:spLocks noGrp="1"/>
          </p:cNvSpPr>
          <p:nvPr>
            <p:ph type="sldNum" sz="quarter" idx="5"/>
          </p:nvPr>
        </p:nvSpPr>
        <p:spPr/>
        <p:txBody>
          <a:bodyPr/>
          <a:lstStyle/>
          <a:p>
            <a:pPr>
              <a:defRPr/>
            </a:pPr>
            <a:fld id="{9D026959-0E08-4C33-8145-C457A2F943B3}" type="slidenum">
              <a:rPr lang="en-US" smtClean="0"/>
              <a:pPr>
                <a:defRPr/>
              </a:pPr>
              <a:t>83</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p:spPr>
      </p:sp>
      <p:sp>
        <p:nvSpPr>
          <p:cNvPr id="3993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smtClean="0"/>
              <a:t>A, B, and C</a:t>
            </a:r>
          </a:p>
        </p:txBody>
      </p:sp>
      <p:sp>
        <p:nvSpPr>
          <p:cNvPr id="4" name="Slide Number Placeholder 3"/>
          <p:cNvSpPr>
            <a:spLocks noGrp="1"/>
          </p:cNvSpPr>
          <p:nvPr>
            <p:ph type="sldNum" sz="quarter" idx="5"/>
          </p:nvPr>
        </p:nvSpPr>
        <p:spPr/>
        <p:txBody>
          <a:bodyPr/>
          <a:lstStyle/>
          <a:p>
            <a:pPr>
              <a:defRPr/>
            </a:pPr>
            <a:fld id="{969685AA-BAD3-43F9-BCC0-702EF7DBE836}" type="slidenum">
              <a:rPr lang="en-US" smtClean="0"/>
              <a:pPr>
                <a:defRPr/>
              </a:pPr>
              <a:t>84</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p:spPr>
      </p:sp>
      <p:sp>
        <p:nvSpPr>
          <p:cNvPr id="40963"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smtClean="0"/>
              <a:t>D</a:t>
            </a:r>
          </a:p>
        </p:txBody>
      </p:sp>
      <p:sp>
        <p:nvSpPr>
          <p:cNvPr id="4" name="Slide Number Placeholder 3"/>
          <p:cNvSpPr>
            <a:spLocks noGrp="1"/>
          </p:cNvSpPr>
          <p:nvPr>
            <p:ph type="sldNum" sz="quarter" idx="5"/>
          </p:nvPr>
        </p:nvSpPr>
        <p:spPr/>
        <p:txBody>
          <a:bodyPr/>
          <a:lstStyle/>
          <a:p>
            <a:pPr>
              <a:defRPr/>
            </a:pPr>
            <a:fld id="{EE4235EA-CEDB-44C3-ADC1-5052753B5A4B}" type="slidenum">
              <a:rPr lang="en-US" smtClean="0"/>
              <a:pPr>
                <a:defRPr/>
              </a:pPr>
              <a:t>85</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p:spPr>
      </p:sp>
      <p:sp>
        <p:nvSpPr>
          <p:cNvPr id="4198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smtClean="0"/>
              <a:t>C</a:t>
            </a:r>
          </a:p>
        </p:txBody>
      </p:sp>
      <p:sp>
        <p:nvSpPr>
          <p:cNvPr id="4" name="Slide Number Placeholder 3"/>
          <p:cNvSpPr>
            <a:spLocks noGrp="1"/>
          </p:cNvSpPr>
          <p:nvPr>
            <p:ph type="sldNum" sz="quarter" idx="5"/>
          </p:nvPr>
        </p:nvSpPr>
        <p:spPr/>
        <p:txBody>
          <a:bodyPr/>
          <a:lstStyle/>
          <a:p>
            <a:pPr>
              <a:defRPr/>
            </a:pPr>
            <a:fld id="{A434C84C-4E49-43E1-90A1-3614BB97EF7B}" type="slidenum">
              <a:rPr lang="en-US" smtClean="0"/>
              <a:pPr>
                <a:defRPr/>
              </a:pPr>
              <a:t>86</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p:spPr>
      </p:sp>
      <p:sp>
        <p:nvSpPr>
          <p:cNvPr id="43011"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smtClean="0"/>
              <a:t>A</a:t>
            </a:r>
          </a:p>
        </p:txBody>
      </p:sp>
      <p:sp>
        <p:nvSpPr>
          <p:cNvPr id="4" name="Slide Number Placeholder 3"/>
          <p:cNvSpPr>
            <a:spLocks noGrp="1"/>
          </p:cNvSpPr>
          <p:nvPr>
            <p:ph type="sldNum" sz="quarter" idx="5"/>
          </p:nvPr>
        </p:nvSpPr>
        <p:spPr/>
        <p:txBody>
          <a:bodyPr/>
          <a:lstStyle/>
          <a:p>
            <a:pPr>
              <a:defRPr/>
            </a:pPr>
            <a:fld id="{3F3770D5-903A-48FD-8A3E-50E0EBBB26EF}" type="slidenum">
              <a:rPr lang="en-US" smtClean="0"/>
              <a:pPr>
                <a:defRPr/>
              </a:pPr>
              <a:t>87</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p:spPr>
      </p:sp>
      <p:sp>
        <p:nvSpPr>
          <p:cNvPr id="4403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smtClean="0"/>
              <a:t>B</a:t>
            </a:r>
          </a:p>
        </p:txBody>
      </p:sp>
      <p:sp>
        <p:nvSpPr>
          <p:cNvPr id="4" name="Slide Number Placeholder 3"/>
          <p:cNvSpPr>
            <a:spLocks noGrp="1"/>
          </p:cNvSpPr>
          <p:nvPr>
            <p:ph type="sldNum" sz="quarter" idx="5"/>
          </p:nvPr>
        </p:nvSpPr>
        <p:spPr/>
        <p:txBody>
          <a:bodyPr/>
          <a:lstStyle/>
          <a:p>
            <a:pPr>
              <a:defRPr/>
            </a:pPr>
            <a:fld id="{90F4F736-E73F-42A9-BFC6-37A698A8EDCF}" type="slidenum">
              <a:rPr lang="en-US" smtClean="0"/>
              <a:pPr>
                <a:defRPr/>
              </a:pPr>
              <a:t>88</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p:spPr>
      </p:sp>
      <p:sp>
        <p:nvSpPr>
          <p:cNvPr id="4505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smtClean="0"/>
              <a:t>False</a:t>
            </a:r>
          </a:p>
        </p:txBody>
      </p:sp>
      <p:sp>
        <p:nvSpPr>
          <p:cNvPr id="4" name="Slide Number Placeholder 3"/>
          <p:cNvSpPr>
            <a:spLocks noGrp="1"/>
          </p:cNvSpPr>
          <p:nvPr>
            <p:ph type="sldNum" sz="quarter" idx="5"/>
          </p:nvPr>
        </p:nvSpPr>
        <p:spPr/>
        <p:txBody>
          <a:bodyPr/>
          <a:lstStyle/>
          <a:p>
            <a:pPr>
              <a:defRPr/>
            </a:pPr>
            <a:fld id="{6AA6E070-F68C-4EBB-A5B8-B18FF6EE6D5A}" type="slidenum">
              <a:rPr lang="en-US" smtClean="0"/>
              <a:pPr>
                <a:defRPr/>
              </a:pPr>
              <a:t>89</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p:spPr>
      </p:sp>
      <p:sp>
        <p:nvSpPr>
          <p:cNvPr id="30723"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smtClean="0"/>
              <a:t>A</a:t>
            </a:r>
          </a:p>
        </p:txBody>
      </p:sp>
      <p:sp>
        <p:nvSpPr>
          <p:cNvPr id="4" name="Slide Number Placeholder 3"/>
          <p:cNvSpPr>
            <a:spLocks noGrp="1"/>
          </p:cNvSpPr>
          <p:nvPr>
            <p:ph type="sldNum" sz="quarter" idx="5"/>
          </p:nvPr>
        </p:nvSpPr>
        <p:spPr/>
        <p:txBody>
          <a:bodyPr/>
          <a:lstStyle/>
          <a:p>
            <a:pPr>
              <a:defRPr/>
            </a:pPr>
            <a:fld id="{F6FF21FA-BC85-4917-9F6F-98DA91949F97}" type="slidenum">
              <a:rPr lang="en-US" smtClean="0"/>
              <a:pPr>
                <a:defRPr/>
              </a:pPr>
              <a:t>111</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p:spPr>
      </p:sp>
      <p:sp>
        <p:nvSpPr>
          <p:cNvPr id="3174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smtClean="0"/>
              <a:t>B and C</a:t>
            </a:r>
          </a:p>
        </p:txBody>
      </p:sp>
      <p:sp>
        <p:nvSpPr>
          <p:cNvPr id="4" name="Slide Number Placeholder 3"/>
          <p:cNvSpPr>
            <a:spLocks noGrp="1"/>
          </p:cNvSpPr>
          <p:nvPr>
            <p:ph type="sldNum" sz="quarter" idx="5"/>
          </p:nvPr>
        </p:nvSpPr>
        <p:spPr/>
        <p:txBody>
          <a:bodyPr/>
          <a:lstStyle/>
          <a:p>
            <a:pPr>
              <a:defRPr/>
            </a:pPr>
            <a:fld id="{DC62333A-4489-453B-BD0A-78F70773F1E0}" type="slidenum">
              <a:rPr lang="en-US" smtClean="0"/>
              <a:pPr>
                <a:defRPr/>
              </a:pPr>
              <a:t>112</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p:spPr>
      </p:sp>
      <p:sp>
        <p:nvSpPr>
          <p:cNvPr id="32771"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smtClean="0"/>
              <a:t>C</a:t>
            </a:r>
          </a:p>
        </p:txBody>
      </p:sp>
      <p:sp>
        <p:nvSpPr>
          <p:cNvPr id="4" name="Slide Number Placeholder 3"/>
          <p:cNvSpPr>
            <a:spLocks noGrp="1"/>
          </p:cNvSpPr>
          <p:nvPr>
            <p:ph type="sldNum" sz="quarter" idx="5"/>
          </p:nvPr>
        </p:nvSpPr>
        <p:spPr/>
        <p:txBody>
          <a:bodyPr/>
          <a:lstStyle/>
          <a:p>
            <a:pPr>
              <a:defRPr/>
            </a:pPr>
            <a:fld id="{82D57632-E4C1-4D66-8566-2B2EDDA48BB1}" type="slidenum">
              <a:rPr lang="en-US" smtClean="0"/>
              <a:pPr>
                <a:defRPr/>
              </a:pPr>
              <a:t>113</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p:spPr>
      </p:sp>
      <p:sp>
        <p:nvSpPr>
          <p:cNvPr id="3379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smtClean="0"/>
              <a:t>B and C</a:t>
            </a:r>
          </a:p>
        </p:txBody>
      </p:sp>
      <p:sp>
        <p:nvSpPr>
          <p:cNvPr id="4" name="Slide Number Placeholder 3"/>
          <p:cNvSpPr>
            <a:spLocks noGrp="1"/>
          </p:cNvSpPr>
          <p:nvPr>
            <p:ph type="sldNum" sz="quarter" idx="5"/>
          </p:nvPr>
        </p:nvSpPr>
        <p:spPr/>
        <p:txBody>
          <a:bodyPr/>
          <a:lstStyle/>
          <a:p>
            <a:pPr>
              <a:defRPr/>
            </a:pPr>
            <a:fld id="{CEA215E9-1C91-4722-B2A5-D6083A4EB6AD}" type="slidenum">
              <a:rPr lang="en-US" smtClean="0"/>
              <a:pPr>
                <a:defRPr/>
              </a:pPr>
              <a:t>114</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smtClean="0"/>
              <a:t>reduce file size</a:t>
            </a:r>
          </a:p>
          <a:p>
            <a:r>
              <a:rPr lang="en-US" altLang="en-US" smtClean="0"/>
              <a:t>create an animated gif</a:t>
            </a:r>
          </a:p>
          <a:p>
            <a:r>
              <a:rPr lang="en-US" altLang="en-US" smtClean="0"/>
              <a:t>background transparency (although PNG can have transparency)</a:t>
            </a:r>
          </a:p>
        </p:txBody>
      </p:sp>
      <p:sp>
        <p:nvSpPr>
          <p:cNvPr id="4" name="Slide Number Placeholder 3"/>
          <p:cNvSpPr>
            <a:spLocks noGrp="1"/>
          </p:cNvSpPr>
          <p:nvPr>
            <p:ph type="sldNum" sz="quarter" idx="5"/>
          </p:nvPr>
        </p:nvSpPr>
        <p:spPr/>
        <p:txBody>
          <a:bodyPr/>
          <a:lstStyle/>
          <a:p>
            <a:pPr>
              <a:defRPr/>
            </a:pPr>
            <a:fld id="{325733F5-1006-47CD-B052-91F63F3B1F49}" type="slidenum">
              <a:rPr lang="en-US" smtClean="0"/>
              <a:pPr>
                <a:defRPr/>
              </a:pPr>
              <a:t>115</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p:spPr>
      </p:sp>
      <p:sp>
        <p:nvSpPr>
          <p:cNvPr id="35843"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smtClean="0"/>
              <a:t>lossless compression (so you can keep it for further editing)</a:t>
            </a:r>
          </a:p>
          <a:p>
            <a:r>
              <a:rPr lang="en-US" altLang="en-US" smtClean="0"/>
              <a:t>no ugly JPEG artifacts</a:t>
            </a:r>
          </a:p>
          <a:p>
            <a:r>
              <a:rPr lang="en-US" altLang="en-US" smtClean="0"/>
              <a:t>an image that has contrast edges and solid colors (which JPEG does not work well with)</a:t>
            </a:r>
          </a:p>
        </p:txBody>
      </p:sp>
      <p:sp>
        <p:nvSpPr>
          <p:cNvPr id="4" name="Slide Number Placeholder 3"/>
          <p:cNvSpPr>
            <a:spLocks noGrp="1"/>
          </p:cNvSpPr>
          <p:nvPr>
            <p:ph type="sldNum" sz="quarter" idx="5"/>
          </p:nvPr>
        </p:nvSpPr>
        <p:spPr/>
        <p:txBody>
          <a:bodyPr/>
          <a:lstStyle/>
          <a:p>
            <a:pPr>
              <a:defRPr/>
            </a:pPr>
            <a:fld id="{07A3B2D9-7D06-4A8E-A9BE-3F72BA78927F}" type="slidenum">
              <a:rPr lang="en-US" smtClean="0"/>
              <a:pPr>
                <a:defRPr/>
              </a:pPr>
              <a:t>116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p:cNvSpPr>
            <a:spLocks noGrp="1"/>
          </p:cNvSpPr>
          <p:nvPr>
            <p:ph type="ctrTitle"/>
          </p:nvPr>
        </p:nvSpPr>
        <p:spPr>
          <a:xfrm>
            <a:off x="685800" y="2130425"/>
            <a:ext cx="7772400" cy="1470025"/>
          </a:xfrm>
        </p:spPr>
        <p:txBody>
          <a:bodyPr/>
          <a:lstStyle/>
          <a:p>
            <a:r>
              <a:rPr lang="ar-SA" smtClean="0"/>
              <a:t>انقر لتحرير نمط العنوان الرئيسي</a:t>
            </a:r>
            <a:endParaRPr lang="ar-SA"/>
          </a:p>
        </p:txBody>
      </p:sp>
      <p:sp>
        <p:nvSpPr>
          <p:cNvPr id="3" name="عنوان فرعي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ar-SA" smtClean="0"/>
              <a:t>انقر لتحرير نمط العنوان الثانوي الرئيسي</a:t>
            </a:r>
            <a:endParaRPr lang="ar-SA"/>
          </a:p>
        </p:txBody>
      </p:sp>
      <p:sp>
        <p:nvSpPr>
          <p:cNvPr id="4" name="عنصر نائب للتاريخ 3"/>
          <p:cNvSpPr>
            <a:spLocks noGrp="1"/>
          </p:cNvSpPr>
          <p:nvPr>
            <p:ph type="dt" sz="half" idx="10"/>
          </p:nvPr>
        </p:nvSpPr>
        <p:spPr/>
        <p:txBody>
          <a:bodyPr/>
          <a:lstStyle/>
          <a:p>
            <a:fld id="{1B8ABB09-4A1D-463E-8065-109CC2B7EFAA}" type="datetimeFigureOut">
              <a:rPr lang="ar-SA" smtClean="0"/>
              <a:pPr/>
              <a:t>26/12/1441</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0B34F065-1154-456A-91E3-76DE8E75E17B}" type="slidenum">
              <a:rPr lang="ar-SA" smtClean="0"/>
              <a:pPr/>
              <a:t>‹#›</a:t>
            </a:fld>
            <a:endParaRPr lang="ar-S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SA"/>
          </a:p>
        </p:txBody>
      </p:sp>
      <p:sp>
        <p:nvSpPr>
          <p:cNvPr id="3" name="عنصر نائب للمحتوى 2"/>
          <p:cNvSpPr>
            <a:spLocks noGrp="1"/>
          </p:cNvSpPr>
          <p:nvPr>
            <p:ph idx="1"/>
          </p:nvPr>
        </p:nvSpPr>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تاريخ 3"/>
          <p:cNvSpPr>
            <a:spLocks noGrp="1"/>
          </p:cNvSpPr>
          <p:nvPr>
            <p:ph type="dt" sz="half" idx="10"/>
          </p:nvPr>
        </p:nvSpPr>
        <p:spPr/>
        <p:txBody>
          <a:bodyPr/>
          <a:lstStyle/>
          <a:p>
            <a:fld id="{1B8ABB09-4A1D-463E-8065-109CC2B7EFAA}" type="datetimeFigureOut">
              <a:rPr lang="ar-SA" smtClean="0"/>
              <a:pPr/>
              <a:t>26/12/1441</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0B34F065-1154-456A-91E3-76DE8E75E17B}" type="slidenum">
              <a:rPr lang="ar-SA" smtClean="0"/>
              <a:pPr/>
              <a:t>‹#›</a:t>
            </a:fld>
            <a:endParaRPr lang="ar-S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p:cNvSpPr>
            <a:spLocks noGrp="1"/>
          </p:cNvSpPr>
          <p:nvPr>
            <p:ph type="title"/>
          </p:nvPr>
        </p:nvSpPr>
        <p:spPr>
          <a:xfrm>
            <a:off x="722313" y="4406900"/>
            <a:ext cx="7772400" cy="1362075"/>
          </a:xfrm>
        </p:spPr>
        <p:txBody>
          <a:bodyPr anchor="t"/>
          <a:lstStyle>
            <a:lvl1pPr algn="r">
              <a:defRPr sz="4000" b="1" cap="all"/>
            </a:lvl1pPr>
          </a:lstStyle>
          <a:p>
            <a:r>
              <a:rPr lang="ar-SA" smtClean="0"/>
              <a:t>انقر لتحرير نمط العنوان الرئيسي</a:t>
            </a:r>
            <a:endParaRPr lang="ar-SA"/>
          </a:p>
        </p:txBody>
      </p:sp>
      <p:sp>
        <p:nvSpPr>
          <p:cNvPr id="3" name="عنصر نائب للنص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smtClean="0"/>
              <a:t>انقر لتحرير أنماط النص الرئيسي</a:t>
            </a:r>
          </a:p>
        </p:txBody>
      </p:sp>
      <p:sp>
        <p:nvSpPr>
          <p:cNvPr id="4" name="عنصر نائب للتاريخ 3"/>
          <p:cNvSpPr>
            <a:spLocks noGrp="1"/>
          </p:cNvSpPr>
          <p:nvPr>
            <p:ph type="dt" sz="half" idx="10"/>
          </p:nvPr>
        </p:nvSpPr>
        <p:spPr/>
        <p:txBody>
          <a:bodyPr/>
          <a:lstStyle/>
          <a:p>
            <a:fld id="{1B8ABB09-4A1D-463E-8065-109CC2B7EFAA}" type="datetimeFigureOut">
              <a:rPr lang="ar-SA" smtClean="0"/>
              <a:pPr/>
              <a:t>26/12/1441</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0B34F065-1154-456A-91E3-76DE8E75E17B}" type="slidenum">
              <a:rPr lang="ar-SA" smtClean="0"/>
              <a:pPr/>
              <a:t>‹#›</a:t>
            </a:fld>
            <a:endParaRPr lang="ar-S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SA"/>
          </a:p>
        </p:txBody>
      </p:sp>
      <p:sp>
        <p:nvSpPr>
          <p:cNvPr id="3" name="عنصر نائب للمحتوى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محتوى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5" name="عنصر نائب للتاريخ 4"/>
          <p:cNvSpPr>
            <a:spLocks noGrp="1"/>
          </p:cNvSpPr>
          <p:nvPr>
            <p:ph type="dt" sz="half" idx="10"/>
          </p:nvPr>
        </p:nvSpPr>
        <p:spPr/>
        <p:txBody>
          <a:bodyPr/>
          <a:lstStyle/>
          <a:p>
            <a:fld id="{1B8ABB09-4A1D-463E-8065-109CC2B7EFAA}" type="datetimeFigureOut">
              <a:rPr lang="ar-SA" smtClean="0"/>
              <a:pPr/>
              <a:t>26/12/1441</a:t>
            </a:fld>
            <a:endParaRPr lang="ar-SA"/>
          </a:p>
        </p:txBody>
      </p:sp>
      <p:sp>
        <p:nvSpPr>
          <p:cNvPr id="6" name="عنصر نائب للتذييل 5"/>
          <p:cNvSpPr>
            <a:spLocks noGrp="1"/>
          </p:cNvSpPr>
          <p:nvPr>
            <p:ph type="ftr" sz="quarter" idx="11"/>
          </p:nvPr>
        </p:nvSpPr>
        <p:spPr/>
        <p:txBody>
          <a:bodyPr/>
          <a:lstStyle/>
          <a:p>
            <a:endParaRPr lang="ar-SA"/>
          </a:p>
        </p:txBody>
      </p:sp>
      <p:sp>
        <p:nvSpPr>
          <p:cNvPr id="7" name="عنصر نائب لرقم الشريحة 6"/>
          <p:cNvSpPr>
            <a:spLocks noGrp="1"/>
          </p:cNvSpPr>
          <p:nvPr>
            <p:ph type="sldNum" sz="quarter" idx="12"/>
          </p:nvPr>
        </p:nvSpPr>
        <p:spPr/>
        <p:txBody>
          <a:bodyPr/>
          <a:lstStyle/>
          <a:p>
            <a:fld id="{0B34F065-1154-456A-91E3-76DE8E75E17B}" type="slidenum">
              <a:rPr lang="ar-SA" smtClean="0"/>
              <a:pPr/>
              <a:t>‹#›</a:t>
            </a:fld>
            <a:endParaRPr lang="ar-S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lvl1pPr>
              <a:defRPr/>
            </a:lvl1pPr>
          </a:lstStyle>
          <a:p>
            <a:r>
              <a:rPr lang="ar-SA" smtClean="0"/>
              <a:t>انقر لتحرير نمط العنوان الرئيسي</a:t>
            </a:r>
            <a:endParaRPr lang="ar-SA"/>
          </a:p>
        </p:txBody>
      </p:sp>
      <p:sp>
        <p:nvSpPr>
          <p:cNvPr id="3" name="عنصر نائب للنص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4" name="عنصر نائب للمحتوى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5" name="عنصر نائب للنص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6" name="عنصر نائب للمحتوى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7" name="عنصر نائب للتاريخ 6"/>
          <p:cNvSpPr>
            <a:spLocks noGrp="1"/>
          </p:cNvSpPr>
          <p:nvPr>
            <p:ph type="dt" sz="half" idx="10"/>
          </p:nvPr>
        </p:nvSpPr>
        <p:spPr/>
        <p:txBody>
          <a:bodyPr/>
          <a:lstStyle/>
          <a:p>
            <a:fld id="{1B8ABB09-4A1D-463E-8065-109CC2B7EFAA}" type="datetimeFigureOut">
              <a:rPr lang="ar-SA" smtClean="0"/>
              <a:pPr/>
              <a:t>26/12/1441</a:t>
            </a:fld>
            <a:endParaRPr lang="ar-SA"/>
          </a:p>
        </p:txBody>
      </p:sp>
      <p:sp>
        <p:nvSpPr>
          <p:cNvPr id="8" name="عنصر نائب للتذييل 7"/>
          <p:cNvSpPr>
            <a:spLocks noGrp="1"/>
          </p:cNvSpPr>
          <p:nvPr>
            <p:ph type="ftr" sz="quarter" idx="11"/>
          </p:nvPr>
        </p:nvSpPr>
        <p:spPr/>
        <p:txBody>
          <a:bodyPr/>
          <a:lstStyle/>
          <a:p>
            <a:endParaRPr lang="ar-SA"/>
          </a:p>
        </p:txBody>
      </p:sp>
      <p:sp>
        <p:nvSpPr>
          <p:cNvPr id="9" name="عنصر نائب لرقم الشريحة 8"/>
          <p:cNvSpPr>
            <a:spLocks noGrp="1"/>
          </p:cNvSpPr>
          <p:nvPr>
            <p:ph type="sldNum" sz="quarter" idx="12"/>
          </p:nvPr>
        </p:nvSpPr>
        <p:spPr/>
        <p:txBody>
          <a:bodyPr/>
          <a:lstStyle/>
          <a:p>
            <a:fld id="{0B34F065-1154-456A-91E3-76DE8E75E17B}" type="slidenum">
              <a:rPr lang="ar-SA" smtClean="0"/>
              <a:pPr/>
              <a:t>‹#›</a:t>
            </a:fld>
            <a:endParaRPr lang="ar-S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SA"/>
          </a:p>
        </p:txBody>
      </p:sp>
      <p:sp>
        <p:nvSpPr>
          <p:cNvPr id="3" name="عنصر نائب للتاريخ 2"/>
          <p:cNvSpPr>
            <a:spLocks noGrp="1"/>
          </p:cNvSpPr>
          <p:nvPr>
            <p:ph type="dt" sz="half" idx="10"/>
          </p:nvPr>
        </p:nvSpPr>
        <p:spPr/>
        <p:txBody>
          <a:bodyPr/>
          <a:lstStyle/>
          <a:p>
            <a:fld id="{1B8ABB09-4A1D-463E-8065-109CC2B7EFAA}" type="datetimeFigureOut">
              <a:rPr lang="ar-SA" smtClean="0"/>
              <a:pPr/>
              <a:t>26/12/1441</a:t>
            </a:fld>
            <a:endParaRPr lang="ar-SA"/>
          </a:p>
        </p:txBody>
      </p:sp>
      <p:sp>
        <p:nvSpPr>
          <p:cNvPr id="4" name="عنصر نائب للتذييل 3"/>
          <p:cNvSpPr>
            <a:spLocks noGrp="1"/>
          </p:cNvSpPr>
          <p:nvPr>
            <p:ph type="ftr" sz="quarter" idx="11"/>
          </p:nvPr>
        </p:nvSpPr>
        <p:spPr/>
        <p:txBody>
          <a:bodyPr/>
          <a:lstStyle/>
          <a:p>
            <a:endParaRPr lang="ar-SA"/>
          </a:p>
        </p:txBody>
      </p:sp>
      <p:sp>
        <p:nvSpPr>
          <p:cNvPr id="5" name="عنصر نائب لرقم الشريحة 4"/>
          <p:cNvSpPr>
            <a:spLocks noGrp="1"/>
          </p:cNvSpPr>
          <p:nvPr>
            <p:ph type="sldNum" sz="quarter" idx="12"/>
          </p:nvPr>
        </p:nvSpPr>
        <p:spPr/>
        <p:txBody>
          <a:bodyPr/>
          <a:lstStyle/>
          <a:p>
            <a:fld id="{0B34F065-1154-456A-91E3-76DE8E75E17B}" type="slidenum">
              <a:rPr lang="ar-SA" smtClean="0"/>
              <a:pPr/>
              <a:t>‹#›</a:t>
            </a:fld>
            <a:endParaRPr lang="ar-S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p:cNvSpPr>
            <a:spLocks noGrp="1"/>
          </p:cNvSpPr>
          <p:nvPr>
            <p:ph type="dt" sz="half" idx="10"/>
          </p:nvPr>
        </p:nvSpPr>
        <p:spPr/>
        <p:txBody>
          <a:bodyPr/>
          <a:lstStyle/>
          <a:p>
            <a:fld id="{1B8ABB09-4A1D-463E-8065-109CC2B7EFAA}" type="datetimeFigureOut">
              <a:rPr lang="ar-SA" smtClean="0"/>
              <a:pPr/>
              <a:t>26/12/1441</a:t>
            </a:fld>
            <a:endParaRPr lang="ar-SA"/>
          </a:p>
        </p:txBody>
      </p:sp>
      <p:sp>
        <p:nvSpPr>
          <p:cNvPr id="3" name="عنصر نائب للتذييل 2"/>
          <p:cNvSpPr>
            <a:spLocks noGrp="1"/>
          </p:cNvSpPr>
          <p:nvPr>
            <p:ph type="ftr" sz="quarter" idx="11"/>
          </p:nvPr>
        </p:nvSpPr>
        <p:spPr/>
        <p:txBody>
          <a:bodyPr/>
          <a:lstStyle/>
          <a:p>
            <a:endParaRPr lang="ar-SA"/>
          </a:p>
        </p:txBody>
      </p:sp>
      <p:sp>
        <p:nvSpPr>
          <p:cNvPr id="4" name="عنصر نائب لرقم الشريحة 3"/>
          <p:cNvSpPr>
            <a:spLocks noGrp="1"/>
          </p:cNvSpPr>
          <p:nvPr>
            <p:ph type="sldNum" sz="quarter" idx="12"/>
          </p:nvPr>
        </p:nvSpPr>
        <p:spPr/>
        <p:txBody>
          <a:bodyPr/>
          <a:lstStyle/>
          <a:p>
            <a:fld id="{0B34F065-1154-456A-91E3-76DE8E75E17B}" type="slidenum">
              <a:rPr lang="ar-SA" smtClean="0"/>
              <a:pPr/>
              <a:t>‹#›</a:t>
            </a:fld>
            <a:endParaRPr lang="ar-S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273050"/>
            <a:ext cx="3008313" cy="1162050"/>
          </a:xfrm>
        </p:spPr>
        <p:txBody>
          <a:bodyPr anchor="b"/>
          <a:lstStyle>
            <a:lvl1pPr algn="r">
              <a:defRPr sz="2000" b="1"/>
            </a:lvl1pPr>
          </a:lstStyle>
          <a:p>
            <a:r>
              <a:rPr lang="ar-SA" smtClean="0"/>
              <a:t>انقر لتحرير نمط العنوان الرئيسي</a:t>
            </a:r>
            <a:endParaRPr lang="ar-SA"/>
          </a:p>
        </p:txBody>
      </p:sp>
      <p:sp>
        <p:nvSpPr>
          <p:cNvPr id="3" name="عنصر نائب للمحتوى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نص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عنصر نائب للتاريخ 4"/>
          <p:cNvSpPr>
            <a:spLocks noGrp="1"/>
          </p:cNvSpPr>
          <p:nvPr>
            <p:ph type="dt" sz="half" idx="10"/>
          </p:nvPr>
        </p:nvSpPr>
        <p:spPr/>
        <p:txBody>
          <a:bodyPr/>
          <a:lstStyle/>
          <a:p>
            <a:fld id="{1B8ABB09-4A1D-463E-8065-109CC2B7EFAA}" type="datetimeFigureOut">
              <a:rPr lang="ar-SA" smtClean="0"/>
              <a:pPr/>
              <a:t>26/12/1441</a:t>
            </a:fld>
            <a:endParaRPr lang="ar-SA"/>
          </a:p>
        </p:txBody>
      </p:sp>
      <p:sp>
        <p:nvSpPr>
          <p:cNvPr id="6" name="عنصر نائب للتذييل 5"/>
          <p:cNvSpPr>
            <a:spLocks noGrp="1"/>
          </p:cNvSpPr>
          <p:nvPr>
            <p:ph type="ftr" sz="quarter" idx="11"/>
          </p:nvPr>
        </p:nvSpPr>
        <p:spPr/>
        <p:txBody>
          <a:bodyPr/>
          <a:lstStyle/>
          <a:p>
            <a:endParaRPr lang="ar-SA"/>
          </a:p>
        </p:txBody>
      </p:sp>
      <p:sp>
        <p:nvSpPr>
          <p:cNvPr id="7" name="عنصر نائب لرقم الشريحة 6"/>
          <p:cNvSpPr>
            <a:spLocks noGrp="1"/>
          </p:cNvSpPr>
          <p:nvPr>
            <p:ph type="sldNum" sz="quarter" idx="12"/>
          </p:nvPr>
        </p:nvSpPr>
        <p:spPr/>
        <p:txBody>
          <a:bodyPr/>
          <a:lstStyle/>
          <a:p>
            <a:fld id="{0B34F065-1154-456A-91E3-76DE8E75E17B}" type="slidenum">
              <a:rPr lang="ar-SA" smtClean="0"/>
              <a:pPr/>
              <a:t>‹#›</a:t>
            </a:fld>
            <a:endParaRPr lang="ar-S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1792288" y="4800600"/>
            <a:ext cx="5486400" cy="566738"/>
          </a:xfrm>
        </p:spPr>
        <p:txBody>
          <a:bodyPr anchor="b"/>
          <a:lstStyle>
            <a:lvl1pPr algn="r">
              <a:defRPr sz="2000" b="1"/>
            </a:lvl1pPr>
          </a:lstStyle>
          <a:p>
            <a:r>
              <a:rPr lang="ar-SA" smtClean="0"/>
              <a:t>انقر لتحرير نمط العنوان الرئيسي</a:t>
            </a:r>
            <a:endParaRPr lang="ar-SA"/>
          </a:p>
        </p:txBody>
      </p:sp>
      <p:sp>
        <p:nvSpPr>
          <p:cNvPr id="3" name="عنصر نائب للصورة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عنصر نائب للتاريخ 4"/>
          <p:cNvSpPr>
            <a:spLocks noGrp="1"/>
          </p:cNvSpPr>
          <p:nvPr>
            <p:ph type="dt" sz="half" idx="10"/>
          </p:nvPr>
        </p:nvSpPr>
        <p:spPr/>
        <p:txBody>
          <a:bodyPr/>
          <a:lstStyle/>
          <a:p>
            <a:fld id="{1B8ABB09-4A1D-463E-8065-109CC2B7EFAA}" type="datetimeFigureOut">
              <a:rPr lang="ar-SA" smtClean="0"/>
              <a:pPr/>
              <a:t>26/12/1441</a:t>
            </a:fld>
            <a:endParaRPr lang="ar-SA"/>
          </a:p>
        </p:txBody>
      </p:sp>
      <p:sp>
        <p:nvSpPr>
          <p:cNvPr id="6" name="عنصر نائب للتذييل 5"/>
          <p:cNvSpPr>
            <a:spLocks noGrp="1"/>
          </p:cNvSpPr>
          <p:nvPr>
            <p:ph type="ftr" sz="quarter" idx="11"/>
          </p:nvPr>
        </p:nvSpPr>
        <p:spPr/>
        <p:txBody>
          <a:bodyPr/>
          <a:lstStyle/>
          <a:p>
            <a:endParaRPr lang="ar-SA"/>
          </a:p>
        </p:txBody>
      </p:sp>
      <p:sp>
        <p:nvSpPr>
          <p:cNvPr id="7" name="عنصر نائب لرقم الشريحة 6"/>
          <p:cNvSpPr>
            <a:spLocks noGrp="1"/>
          </p:cNvSpPr>
          <p:nvPr>
            <p:ph type="sldNum" sz="quarter" idx="12"/>
          </p:nvPr>
        </p:nvSpPr>
        <p:spPr/>
        <p:txBody>
          <a:bodyPr/>
          <a:lstStyle/>
          <a:p>
            <a:fld id="{0B34F065-1154-456A-91E3-76DE8E75E17B}" type="slidenum">
              <a:rPr lang="ar-SA" smtClean="0"/>
              <a:pPr/>
              <a:t>‹#›</a:t>
            </a:fld>
            <a:endParaRPr lang="ar-S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SA"/>
          </a:p>
        </p:txBody>
      </p:sp>
      <p:sp>
        <p:nvSpPr>
          <p:cNvPr id="3" name="عنصر نائب للعنوان العمودي 2"/>
          <p:cNvSpPr>
            <a:spLocks noGrp="1"/>
          </p:cNvSpPr>
          <p:nvPr>
            <p:ph type="body" orient="vert" idx="1"/>
          </p:nvPr>
        </p:nvSpPr>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تاريخ 3"/>
          <p:cNvSpPr>
            <a:spLocks noGrp="1"/>
          </p:cNvSpPr>
          <p:nvPr>
            <p:ph type="dt" sz="half" idx="10"/>
          </p:nvPr>
        </p:nvSpPr>
        <p:spPr/>
        <p:txBody>
          <a:bodyPr/>
          <a:lstStyle/>
          <a:p>
            <a:fld id="{1B8ABB09-4A1D-463E-8065-109CC2B7EFAA}" type="datetimeFigureOut">
              <a:rPr lang="ar-SA" smtClean="0"/>
              <a:pPr/>
              <a:t>26/12/1441</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0B34F065-1154-456A-91E3-76DE8E75E17B}" type="slidenum">
              <a:rPr lang="ar-SA" smtClean="0"/>
              <a:pPr/>
              <a:t>‹#›</a:t>
            </a:fld>
            <a:endParaRPr lang="ar-S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p:cNvSpPr>
            <a:spLocks noGrp="1"/>
          </p:cNvSpPr>
          <p:nvPr>
            <p:ph type="title" orient="vert"/>
          </p:nvPr>
        </p:nvSpPr>
        <p:spPr>
          <a:xfrm>
            <a:off x="6629400" y="274638"/>
            <a:ext cx="2057400" cy="5851525"/>
          </a:xfrm>
        </p:spPr>
        <p:txBody>
          <a:bodyPr vert="eaVert"/>
          <a:lstStyle/>
          <a:p>
            <a:r>
              <a:rPr lang="ar-SA" smtClean="0"/>
              <a:t>انقر لتحرير نمط العنوان الرئيسي</a:t>
            </a:r>
            <a:endParaRPr lang="ar-SA"/>
          </a:p>
        </p:txBody>
      </p:sp>
      <p:sp>
        <p:nvSpPr>
          <p:cNvPr id="3" name="عنصر نائب للعنوان العمودي 2"/>
          <p:cNvSpPr>
            <a:spLocks noGrp="1"/>
          </p:cNvSpPr>
          <p:nvPr>
            <p:ph type="body" orient="vert" idx="1"/>
          </p:nvPr>
        </p:nvSpPr>
        <p:spPr>
          <a:xfrm>
            <a:off x="457200" y="274638"/>
            <a:ext cx="6019800" cy="5851525"/>
          </a:xfrm>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تاريخ 3"/>
          <p:cNvSpPr>
            <a:spLocks noGrp="1"/>
          </p:cNvSpPr>
          <p:nvPr>
            <p:ph type="dt" sz="half" idx="10"/>
          </p:nvPr>
        </p:nvSpPr>
        <p:spPr/>
        <p:txBody>
          <a:bodyPr/>
          <a:lstStyle/>
          <a:p>
            <a:fld id="{1B8ABB09-4A1D-463E-8065-109CC2B7EFAA}" type="datetimeFigureOut">
              <a:rPr lang="ar-SA" smtClean="0"/>
              <a:pPr/>
              <a:t>26/12/1441</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0B34F065-1154-456A-91E3-76DE8E75E17B}" type="slidenum">
              <a:rPr lang="ar-SA" smtClean="0"/>
              <a:pPr/>
              <a:t>‹#›</a:t>
            </a:fld>
            <a:endParaRPr lang="ar-S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ar-SA" smtClean="0"/>
              <a:t>انقر لتحرير نمط العنوان الرئيسي</a:t>
            </a:r>
            <a:endParaRPr lang="ar-SA"/>
          </a:p>
        </p:txBody>
      </p:sp>
      <p:sp>
        <p:nvSpPr>
          <p:cNvPr id="3" name="عنصر نائب للنص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تاريخ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1B8ABB09-4A1D-463E-8065-109CC2B7EFAA}" type="datetimeFigureOut">
              <a:rPr lang="ar-SA" smtClean="0"/>
              <a:pPr/>
              <a:t>26/12/1441</a:t>
            </a:fld>
            <a:endParaRPr lang="ar-SA"/>
          </a:p>
        </p:txBody>
      </p:sp>
      <p:sp>
        <p:nvSpPr>
          <p:cNvPr id="5" name="عنصر نائب للتذييل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ar-SA"/>
          </a:p>
        </p:txBody>
      </p:sp>
      <p:sp>
        <p:nvSpPr>
          <p:cNvPr id="6" name="عنصر نائب لرقم الشريحة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0B34F065-1154-456A-91E3-76DE8E75E17B}" type="slidenum">
              <a:rPr lang="ar-SA" smtClean="0"/>
              <a:pPr/>
              <a:t>‹#›</a:t>
            </a:fld>
            <a:endParaRPr lang="ar-S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wmf"/><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rtlCol="0">
            <a:normAutofit/>
          </a:bodyPr>
          <a:lstStyle/>
          <a:p>
            <a:pPr eaLnBrk="1" fontAlgn="auto" hangingPunct="1">
              <a:spcAft>
                <a:spcPts val="0"/>
              </a:spcAft>
              <a:defRPr/>
            </a:pPr>
            <a:r>
              <a:rPr lang="en-US" dirty="0" smtClean="0">
                <a:ea typeface="+mn-ea"/>
              </a:rPr>
              <a:t>Capturing Images by Digital Photography</a:t>
            </a:r>
          </a:p>
        </p:txBody>
      </p:sp>
      <p:sp>
        <p:nvSpPr>
          <p:cNvPr id="15362" name="Slide Number Placeholder 3"/>
          <p:cNvSpPr>
            <a:spLocks noGrp="1"/>
          </p:cNvSpPr>
          <p:nvPr>
            <p:ph type="sldNum" sz="quarter" idx="12"/>
          </p:nvPr>
        </p:nvSpPr>
        <p:spPr bwMode="auto">
          <a:noFill/>
          <a:ln>
            <a:miter lim="800000"/>
            <a:headEnd/>
            <a:tailEnd/>
          </a:ln>
        </p:spPr>
        <p:txBody>
          <a:bodyPr/>
          <a:lstStyle/>
          <a:p>
            <a:fld id="{42D83864-ABF3-403C-851B-F299873DE1B3}" type="slidenum">
              <a:rPr lang="en-US"/>
              <a:pPr/>
              <a:t>1</a:t>
            </a:fld>
            <a:endParaRPr lang="en-US"/>
          </a:p>
        </p:txBody>
      </p:sp>
      <p:sp>
        <p:nvSpPr>
          <p:cNvPr id="7" name="Title 1"/>
          <p:cNvSpPr>
            <a:spLocks noGrp="1"/>
          </p:cNvSpPr>
          <p:nvPr>
            <p:ph type="ctrTitle"/>
          </p:nvPr>
        </p:nvSpPr>
        <p:spPr>
          <a:xfrm>
            <a:off x="533400" y="2130425"/>
            <a:ext cx="8001000" cy="1470025"/>
          </a:xfrm>
        </p:spPr>
        <p:txBody>
          <a:bodyPr>
            <a:normAutofit fontScale="90000"/>
          </a:bodyPr>
          <a:lstStyle/>
          <a:p>
            <a:pPr eaLnBrk="1" hangingPunct="1">
              <a:defRPr/>
            </a:pPr>
            <a:r>
              <a:rPr lang="en-US" dirty="0" smtClean="0">
                <a:ea typeface="+mj-ea"/>
              </a:rPr>
              <a:t>Chapter 3</a:t>
            </a:r>
            <a:br>
              <a:rPr lang="en-US" dirty="0" smtClean="0">
                <a:ea typeface="+mj-ea"/>
              </a:rPr>
            </a:br>
            <a:r>
              <a:rPr lang="en-US" dirty="0" smtClean="0">
                <a:ea typeface="+mj-ea"/>
              </a:rPr>
              <a:t>Capturing and Editing Digital Images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smtClean="0">
                <a:ea typeface="+mj-ea"/>
              </a:rPr>
              <a:t>In this lecture, you will find answers to these questions</a:t>
            </a:r>
          </a:p>
        </p:txBody>
      </p:sp>
      <p:sp>
        <p:nvSpPr>
          <p:cNvPr id="16386" name="Content Placeholder 2"/>
          <p:cNvSpPr>
            <a:spLocks noGrp="1"/>
          </p:cNvSpPr>
          <p:nvPr>
            <p:ph idx="1"/>
          </p:nvPr>
        </p:nvSpPr>
        <p:spPr/>
        <p:txBody>
          <a:bodyPr/>
          <a:lstStyle/>
          <a:p>
            <a:pPr eaLnBrk="1" hangingPunct="1"/>
            <a:r>
              <a:rPr lang="en-US" smtClean="0">
                <a:ea typeface="ＭＳ Ｐゴシック" pitchFamily="34" charset="-128"/>
              </a:rPr>
              <a:t>What does megapixel mean?</a:t>
            </a:r>
          </a:p>
          <a:p>
            <a:pPr eaLnBrk="1" hangingPunct="1"/>
            <a:endParaRPr lang="en-US" smtClean="0">
              <a:ea typeface="ＭＳ Ｐゴシック" pitchFamily="34" charset="-128"/>
            </a:endParaRPr>
          </a:p>
          <a:p>
            <a:pPr eaLnBrk="1" hangingPunct="1"/>
            <a:r>
              <a:rPr lang="en-US" smtClean="0">
                <a:ea typeface="ＭＳ Ｐゴシック" pitchFamily="34" charset="-128"/>
              </a:rPr>
              <a:t>Does a digital camera with more megapixels always mean better image quality?</a:t>
            </a:r>
          </a:p>
          <a:p>
            <a:pPr eaLnBrk="1" hangingPunct="1"/>
            <a:endParaRPr lang="en-US" smtClean="0">
              <a:ea typeface="ＭＳ Ｐゴシック" pitchFamily="34" charset="-128"/>
            </a:endParaRPr>
          </a:p>
          <a:p>
            <a:pPr eaLnBrk="1" hangingPunct="1"/>
            <a:r>
              <a:rPr lang="en-US" smtClean="0">
                <a:ea typeface="ＭＳ Ｐゴシック" pitchFamily="34" charset="-128"/>
              </a:rPr>
              <a:t>Does a digital camera with a higher megapixel rating give bigger prints?</a:t>
            </a:r>
          </a:p>
        </p:txBody>
      </p:sp>
      <p:sp>
        <p:nvSpPr>
          <p:cNvPr id="16387" name="Slide Number Placeholder 3"/>
          <p:cNvSpPr>
            <a:spLocks noGrp="1"/>
          </p:cNvSpPr>
          <p:nvPr>
            <p:ph type="sldNum" sz="quarter" idx="12"/>
          </p:nvPr>
        </p:nvSpPr>
        <p:spPr bwMode="auto">
          <a:noFill/>
          <a:ln>
            <a:miter lim="800000"/>
            <a:headEnd/>
            <a:tailEnd/>
          </a:ln>
        </p:spPr>
        <p:txBody>
          <a:bodyPr/>
          <a:lstStyle/>
          <a:p>
            <a:fld id="{1ACECC18-1FF7-4D85-AD40-80AF5ABE246A}" type="slidenum">
              <a:rPr lang="en-US"/>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r>
              <a:rPr lang="en-US" smtClean="0">
                <a:ea typeface="ＭＳ Ｐゴシック" pitchFamily="34" charset="-128"/>
              </a:rPr>
              <a:t>Digital Cameras</a:t>
            </a:r>
          </a:p>
        </p:txBody>
      </p:sp>
      <p:sp>
        <p:nvSpPr>
          <p:cNvPr id="17410" name="Content Placeholder 2"/>
          <p:cNvSpPr>
            <a:spLocks noGrp="1"/>
          </p:cNvSpPr>
          <p:nvPr>
            <p:ph type="body" idx="1"/>
          </p:nvPr>
        </p:nvSpPr>
        <p:spPr/>
        <p:txBody>
          <a:bodyPr/>
          <a:lstStyle/>
          <a:p>
            <a:r>
              <a:rPr lang="en-US" smtClean="0">
                <a:ea typeface="ＭＳ Ｐゴシック" pitchFamily="34" charset="-128"/>
              </a:rPr>
              <a:t>point-and-shoot</a:t>
            </a:r>
          </a:p>
          <a:p>
            <a:r>
              <a:rPr lang="en-US" smtClean="0">
                <a:ea typeface="ＭＳ Ｐゴシック" pitchFamily="34" charset="-128"/>
              </a:rPr>
              <a:t>D-SLR (digital single-lens reflex)</a:t>
            </a:r>
          </a:p>
          <a:p>
            <a:pPr lvl="1"/>
            <a:r>
              <a:rPr lang="en-US" smtClean="0">
                <a:ea typeface="ＭＳ Ｐゴシック" pitchFamily="34" charset="-128"/>
              </a:rPr>
              <a:t>Most D-SLR cameras use interchangeable-lenses</a:t>
            </a:r>
          </a:p>
        </p:txBody>
      </p:sp>
      <p:sp>
        <p:nvSpPr>
          <p:cNvPr id="17411" name="Slide Number Placeholder 3"/>
          <p:cNvSpPr>
            <a:spLocks noGrp="1"/>
          </p:cNvSpPr>
          <p:nvPr>
            <p:ph type="sldNum" sz="quarter" idx="12"/>
          </p:nvPr>
        </p:nvSpPr>
        <p:spPr bwMode="auto">
          <a:noFill/>
          <a:ln>
            <a:miter lim="800000"/>
            <a:headEnd/>
            <a:tailEnd/>
          </a:ln>
        </p:spPr>
        <p:txBody>
          <a:bodyPr/>
          <a:lstStyle/>
          <a:p>
            <a:fld id="{D057A550-F88B-4536-AF87-5EBC402F07F1}" type="slidenum">
              <a:rPr lang="en-US"/>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ctrTitle"/>
          </p:nvPr>
        </p:nvSpPr>
        <p:spPr/>
        <p:txBody>
          <a:bodyPr/>
          <a:lstStyle/>
          <a:p>
            <a:r>
              <a:rPr lang="en-US" smtClean="0"/>
              <a:t>Digital Camera Sensors</a:t>
            </a:r>
            <a:endParaRPr lang="en-US" smtClean="0"/>
          </a:p>
        </p:txBody>
      </p:sp>
      <p:sp>
        <p:nvSpPr>
          <p:cNvPr id="18434" name="Content Placeholder 2"/>
          <p:cNvSpPr>
            <a:spLocks noGrp="1"/>
          </p:cNvSpPr>
          <p:nvPr>
            <p:ph type="subTitle" idx="1"/>
          </p:nvPr>
        </p:nvSpPr>
        <p:spPr/>
        <p:txBody>
          <a:bodyPr>
            <a:normAutofit fontScale="62500" lnSpcReduction="20000"/>
          </a:bodyPr>
          <a:lstStyle/>
          <a:p>
            <a:r>
              <a:rPr lang="en-US" smtClean="0"/>
              <a:t>Types</a:t>
            </a:r>
          </a:p>
          <a:p>
            <a:pPr lvl="1"/>
            <a:r>
              <a:rPr lang="en-US" smtClean="0"/>
              <a:t>CCD (charge coupled device)</a:t>
            </a:r>
          </a:p>
          <a:p>
            <a:pPr lvl="1"/>
            <a:r>
              <a:rPr lang="en-US" smtClean="0"/>
              <a:t>CMOS (complementary metal-oxide semiconductor)</a:t>
            </a:r>
          </a:p>
          <a:p>
            <a:endParaRPr lang="en-US" smtClean="0"/>
          </a:p>
          <a:p>
            <a:r>
              <a:rPr lang="en-US" smtClean="0"/>
              <a:t>The size of the sensor and the number of light-sensing sites determine the maximum resolution of the digital camera.</a:t>
            </a:r>
            <a:endParaRPr lang="en-US" smtClean="0"/>
          </a:p>
        </p:txBody>
      </p:sp>
      <p:sp>
        <p:nvSpPr>
          <p:cNvPr id="18435" name="Slide Number Placeholder 3"/>
          <p:cNvSpPr>
            <a:spLocks noGrp="1"/>
          </p:cNvSpPr>
          <p:nvPr>
            <p:ph type="sldNum" sz="quarter" idx="12"/>
          </p:nvPr>
        </p:nvSpPr>
        <p:spPr/>
        <p:txBody>
          <a:bodyPr/>
          <a:lstStyle/>
          <a:p>
            <a:fld id="{6952B31C-4759-469A-B0A5-300FFAD702C8}"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ctrTitle"/>
          </p:nvPr>
        </p:nvSpPr>
        <p:spPr/>
        <p:txBody>
          <a:bodyPr/>
          <a:lstStyle/>
          <a:p>
            <a:r>
              <a:rPr lang="en-US" smtClean="0">
                <a:ea typeface="ＭＳ Ｐゴシック" pitchFamily="34" charset="-128"/>
              </a:rPr>
              <a:t>Megapixels</a:t>
            </a:r>
          </a:p>
        </p:txBody>
      </p:sp>
      <p:sp>
        <p:nvSpPr>
          <p:cNvPr id="3" name="Content Placeholder 2"/>
          <p:cNvSpPr>
            <a:spLocks noGrp="1"/>
          </p:cNvSpPr>
          <p:nvPr>
            <p:ph type="subTitle" idx="1"/>
          </p:nvPr>
        </p:nvSpPr>
        <p:spPr/>
        <p:txBody>
          <a:bodyPr/>
          <a:lstStyle/>
          <a:p>
            <a:pPr>
              <a:buFont typeface="Arial" charset="0"/>
              <a:buNone/>
              <a:defRPr/>
            </a:pPr>
            <a:r>
              <a:rPr lang="en-US" smtClean="0">
                <a:ea typeface="+mn-ea"/>
              </a:rPr>
              <a:t>1 megapixel = 1,000,000 pixels</a:t>
            </a:r>
            <a:endParaRPr lang="en-US">
              <a:ea typeface="+mn-ea"/>
            </a:endParaRPr>
          </a:p>
        </p:txBody>
      </p:sp>
      <p:sp>
        <p:nvSpPr>
          <p:cNvPr id="19459" name="Slide Number Placeholder 3"/>
          <p:cNvSpPr>
            <a:spLocks noGrp="1"/>
          </p:cNvSpPr>
          <p:nvPr>
            <p:ph type="sldNum" sz="quarter" idx="12"/>
          </p:nvPr>
        </p:nvSpPr>
        <p:spPr bwMode="auto">
          <a:noFill/>
          <a:ln>
            <a:miter lim="800000"/>
            <a:headEnd/>
            <a:tailEnd/>
          </a:ln>
        </p:spPr>
        <p:txBody>
          <a:bodyPr/>
          <a:lstStyle/>
          <a:p>
            <a:fld id="{404E3BEE-6769-4B4C-A6A3-CEF499944339}" type="slidenum">
              <a:rPr lang="en-US"/>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p:txBody>
          <a:bodyPr/>
          <a:lstStyle/>
          <a:p>
            <a:r>
              <a:rPr lang="en-US" dirty="0" smtClean="0">
                <a:ea typeface="ＭＳ Ｐゴシック" pitchFamily="34" charset="-128"/>
              </a:rPr>
              <a:t>Megapixels Example</a:t>
            </a:r>
          </a:p>
        </p:txBody>
      </p:sp>
      <p:sp>
        <p:nvSpPr>
          <p:cNvPr id="20482" name="Content Placeholder 2"/>
          <p:cNvSpPr>
            <a:spLocks noGrp="1"/>
          </p:cNvSpPr>
          <p:nvPr>
            <p:ph idx="1"/>
          </p:nvPr>
        </p:nvSpPr>
        <p:spPr/>
        <p:txBody>
          <a:bodyPr/>
          <a:lstStyle/>
          <a:p>
            <a:pPr algn="l">
              <a:buFont typeface="Arial" pitchFamily="34" charset="0"/>
              <a:buNone/>
            </a:pPr>
            <a:r>
              <a:rPr lang="en-US" dirty="0" smtClean="0">
                <a:ea typeface="ＭＳ Ｐゴシック" pitchFamily="34" charset="-128"/>
              </a:rPr>
              <a:t>An image of 3000 </a:t>
            </a:r>
            <a:r>
              <a:rPr lang="en-US" dirty="0" smtClean="0">
                <a:ea typeface="ＭＳ Ｐゴシック" pitchFamily="34" charset="-128"/>
                <a:sym typeface="Symbol" pitchFamily="18" charset="2"/>
              </a:rPr>
              <a:t> 2000 pixels </a:t>
            </a:r>
            <a:r>
              <a:rPr lang="en-US" dirty="0" smtClean="0">
                <a:ea typeface="ＭＳ Ｐゴシック" pitchFamily="34" charset="-128"/>
              </a:rPr>
              <a:t>has a total number of pixels of:</a:t>
            </a:r>
            <a:br>
              <a:rPr lang="en-US" dirty="0" smtClean="0">
                <a:ea typeface="ＭＳ Ｐゴシック" pitchFamily="34" charset="-128"/>
              </a:rPr>
            </a:br>
            <a:r>
              <a:rPr lang="en-US" dirty="0" smtClean="0">
                <a:ea typeface="ＭＳ Ｐゴシック" pitchFamily="34" charset="-128"/>
              </a:rPr>
              <a:t/>
            </a:r>
            <a:br>
              <a:rPr lang="en-US" dirty="0" smtClean="0">
                <a:ea typeface="ＭＳ Ｐゴシック" pitchFamily="34" charset="-128"/>
              </a:rPr>
            </a:br>
            <a:r>
              <a:rPr lang="en-US" dirty="0" smtClean="0">
                <a:ea typeface="ＭＳ Ｐゴシック" pitchFamily="34" charset="-128"/>
              </a:rPr>
              <a:t>3000 </a:t>
            </a:r>
            <a:r>
              <a:rPr lang="en-US" dirty="0" smtClean="0">
                <a:ea typeface="ＭＳ Ｐゴシック" pitchFamily="34" charset="-128"/>
                <a:sym typeface="Symbol" pitchFamily="18" charset="2"/>
              </a:rPr>
              <a:t></a:t>
            </a:r>
            <a:r>
              <a:rPr lang="en-US" dirty="0" smtClean="0">
                <a:ea typeface="ＭＳ Ｐゴシック" pitchFamily="34" charset="-128"/>
              </a:rPr>
              <a:t> 2000 pixels = 6,000,000 pixels</a:t>
            </a:r>
            <a:br>
              <a:rPr lang="en-US" dirty="0" smtClean="0">
                <a:ea typeface="ＭＳ Ｐゴシック" pitchFamily="34" charset="-128"/>
              </a:rPr>
            </a:br>
            <a:r>
              <a:rPr lang="en-US" dirty="0" smtClean="0">
                <a:ea typeface="ＭＳ Ｐゴシック" pitchFamily="34" charset="-128"/>
              </a:rPr>
              <a:t>= 6,000,000 pixels/1,000,000 pixels/megapixel</a:t>
            </a:r>
            <a:br>
              <a:rPr lang="en-US" dirty="0" smtClean="0">
                <a:ea typeface="ＭＳ Ｐゴシック" pitchFamily="34" charset="-128"/>
              </a:rPr>
            </a:br>
            <a:r>
              <a:rPr lang="en-US" dirty="0" smtClean="0">
                <a:ea typeface="ＭＳ Ｐゴシック" pitchFamily="34" charset="-128"/>
              </a:rPr>
              <a:t>= 6 megapixels</a:t>
            </a:r>
          </a:p>
        </p:txBody>
      </p:sp>
      <p:sp>
        <p:nvSpPr>
          <p:cNvPr id="20483" name="Slide Number Placeholder 3"/>
          <p:cNvSpPr>
            <a:spLocks noGrp="1"/>
          </p:cNvSpPr>
          <p:nvPr>
            <p:ph type="sldNum" sz="quarter" idx="12"/>
          </p:nvPr>
        </p:nvSpPr>
        <p:spPr bwMode="auto">
          <a:noFill/>
          <a:ln>
            <a:miter lim="800000"/>
            <a:headEnd/>
            <a:tailEnd/>
          </a:ln>
        </p:spPr>
        <p:txBody>
          <a:bodyPr/>
          <a:lstStyle/>
          <a:p>
            <a:fld id="{F071FA86-8D6E-4C5F-8799-C47DDE36E7FB}" type="slidenum">
              <a:rPr lang="en-US"/>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smtClean="0">
                <a:ea typeface="ＭＳ Ｐゴシック" pitchFamily="34" charset="-128"/>
              </a:rPr>
              <a:t>Megapixels Example</a:t>
            </a:r>
          </a:p>
        </p:txBody>
      </p:sp>
      <p:sp>
        <p:nvSpPr>
          <p:cNvPr id="21506" name="Content Placeholder 2"/>
          <p:cNvSpPr>
            <a:spLocks noGrp="1"/>
          </p:cNvSpPr>
          <p:nvPr>
            <p:ph idx="1"/>
          </p:nvPr>
        </p:nvSpPr>
        <p:spPr/>
        <p:txBody>
          <a:bodyPr/>
          <a:lstStyle/>
          <a:p>
            <a:pPr>
              <a:buFont typeface="Arial" pitchFamily="34" charset="0"/>
              <a:buNone/>
            </a:pPr>
            <a:r>
              <a:rPr lang="en-US" smtClean="0">
                <a:ea typeface="ＭＳ Ｐゴシック" pitchFamily="34" charset="-128"/>
              </a:rPr>
              <a:t>An image of 1600 </a:t>
            </a:r>
            <a:r>
              <a:rPr lang="en-US" smtClean="0">
                <a:ea typeface="ＭＳ Ｐゴシック" pitchFamily="34" charset="-128"/>
                <a:sym typeface="Symbol" pitchFamily="18" charset="2"/>
              </a:rPr>
              <a:t> 1200 pixels </a:t>
            </a:r>
            <a:r>
              <a:rPr lang="en-US" smtClean="0">
                <a:ea typeface="ＭＳ Ｐゴシック" pitchFamily="34" charset="-128"/>
              </a:rPr>
              <a:t>has a total number of pixels of:</a:t>
            </a:r>
            <a:br>
              <a:rPr lang="en-US" smtClean="0">
                <a:ea typeface="ＭＳ Ｐゴシック" pitchFamily="34" charset="-128"/>
              </a:rPr>
            </a:br>
            <a:r>
              <a:rPr lang="en-US" smtClean="0">
                <a:ea typeface="ＭＳ Ｐゴシック" pitchFamily="34" charset="-128"/>
              </a:rPr>
              <a:t/>
            </a:r>
            <a:br>
              <a:rPr lang="en-US" smtClean="0">
                <a:ea typeface="ＭＳ Ｐゴシック" pitchFamily="34" charset="-128"/>
              </a:rPr>
            </a:br>
            <a:r>
              <a:rPr lang="en-US" smtClean="0">
                <a:ea typeface="ＭＳ Ｐゴシック" pitchFamily="34" charset="-128"/>
              </a:rPr>
              <a:t>1600 </a:t>
            </a:r>
            <a:r>
              <a:rPr lang="en-US" smtClean="0">
                <a:ea typeface="ＭＳ Ｐゴシック" pitchFamily="34" charset="-128"/>
                <a:sym typeface="Symbol" pitchFamily="18" charset="2"/>
              </a:rPr>
              <a:t></a:t>
            </a:r>
            <a:r>
              <a:rPr lang="en-US" smtClean="0">
                <a:ea typeface="ＭＳ Ｐゴシック" pitchFamily="34" charset="-128"/>
              </a:rPr>
              <a:t> 1200 pixels = 1,920,000 pixels</a:t>
            </a:r>
            <a:br>
              <a:rPr lang="en-US" smtClean="0">
                <a:ea typeface="ＭＳ Ｐゴシック" pitchFamily="34" charset="-128"/>
              </a:rPr>
            </a:br>
            <a:r>
              <a:rPr lang="en-US" smtClean="0">
                <a:ea typeface="ＭＳ Ｐゴシック" pitchFamily="34" charset="-128"/>
              </a:rPr>
              <a:t>= 1,920,000 pixels/1,000,000 pixels/megapixel</a:t>
            </a:r>
            <a:br>
              <a:rPr lang="en-US" smtClean="0">
                <a:ea typeface="ＭＳ Ｐゴシック" pitchFamily="34" charset="-128"/>
              </a:rPr>
            </a:br>
            <a:r>
              <a:rPr lang="en-US" smtClean="0">
                <a:ea typeface="ＭＳ Ｐゴシック" pitchFamily="34" charset="-128"/>
              </a:rPr>
              <a:t>= 1.92 megapixels</a:t>
            </a:r>
            <a:br>
              <a:rPr lang="en-US" smtClean="0">
                <a:ea typeface="ＭＳ Ｐゴシック" pitchFamily="34" charset="-128"/>
              </a:rPr>
            </a:br>
            <a:r>
              <a:rPr lang="en-US" smtClean="0">
                <a:ea typeface="ＭＳ Ｐゴシック" pitchFamily="34" charset="-128"/>
              </a:rPr>
              <a:t>rounded up to 2 megapixels</a:t>
            </a:r>
          </a:p>
        </p:txBody>
      </p:sp>
      <p:sp>
        <p:nvSpPr>
          <p:cNvPr id="21507" name="Slide Number Placeholder 3"/>
          <p:cNvSpPr>
            <a:spLocks noGrp="1"/>
          </p:cNvSpPr>
          <p:nvPr>
            <p:ph type="sldNum" sz="quarter" idx="12"/>
          </p:nvPr>
        </p:nvSpPr>
        <p:spPr bwMode="auto">
          <a:noFill/>
          <a:ln>
            <a:miter lim="800000"/>
            <a:headEnd/>
            <a:tailEnd/>
          </a:ln>
        </p:spPr>
        <p:txBody>
          <a:bodyPr/>
          <a:lstStyle/>
          <a:p>
            <a:fld id="{8C900AB3-38D9-41EE-A436-94AF49C08080}" type="slidenum">
              <a:rPr lang="en-US"/>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p:txBody>
          <a:bodyPr/>
          <a:lstStyle/>
          <a:p>
            <a:r>
              <a:rPr lang="en-US" smtClean="0">
                <a:ea typeface="ＭＳ Ｐゴシック" pitchFamily="34" charset="-128"/>
              </a:rPr>
              <a:t>Megapixels Example</a:t>
            </a:r>
          </a:p>
        </p:txBody>
      </p:sp>
      <p:sp>
        <p:nvSpPr>
          <p:cNvPr id="22530" name="Content Placeholder 2"/>
          <p:cNvSpPr>
            <a:spLocks noGrp="1"/>
          </p:cNvSpPr>
          <p:nvPr>
            <p:ph idx="1"/>
          </p:nvPr>
        </p:nvSpPr>
        <p:spPr/>
        <p:txBody>
          <a:bodyPr/>
          <a:lstStyle/>
          <a:p>
            <a:pPr>
              <a:buFont typeface="Arial" pitchFamily="34" charset="0"/>
              <a:buNone/>
            </a:pPr>
            <a:r>
              <a:rPr lang="en-US" smtClean="0">
                <a:ea typeface="ＭＳ Ｐゴシック" pitchFamily="34" charset="-128"/>
              </a:rPr>
              <a:t>An image of 1800</a:t>
            </a:r>
            <a:r>
              <a:rPr lang="en-US" smtClean="0">
                <a:ea typeface="ＭＳ Ｐゴシック" pitchFamily="34" charset="-128"/>
                <a:sym typeface="Symbol" pitchFamily="18" charset="2"/>
              </a:rPr>
              <a:t> 1100 pixels </a:t>
            </a:r>
            <a:r>
              <a:rPr lang="en-US" smtClean="0">
                <a:ea typeface="ＭＳ Ｐゴシック" pitchFamily="34" charset="-128"/>
              </a:rPr>
              <a:t>has a total number of pixels of:</a:t>
            </a:r>
            <a:br>
              <a:rPr lang="en-US" smtClean="0">
                <a:ea typeface="ＭＳ Ｐゴシック" pitchFamily="34" charset="-128"/>
              </a:rPr>
            </a:br>
            <a:r>
              <a:rPr lang="en-US" smtClean="0">
                <a:ea typeface="ＭＳ Ｐゴシック" pitchFamily="34" charset="-128"/>
              </a:rPr>
              <a:t/>
            </a:r>
            <a:br>
              <a:rPr lang="en-US" smtClean="0">
                <a:ea typeface="ＭＳ Ｐゴシック" pitchFamily="34" charset="-128"/>
              </a:rPr>
            </a:br>
            <a:r>
              <a:rPr lang="en-US" smtClean="0">
                <a:ea typeface="ＭＳ Ｐゴシック" pitchFamily="34" charset="-128"/>
              </a:rPr>
              <a:t>1800</a:t>
            </a:r>
            <a:r>
              <a:rPr lang="en-US" smtClean="0">
                <a:ea typeface="ＭＳ Ｐゴシック" pitchFamily="34" charset="-128"/>
                <a:sym typeface="Symbol" pitchFamily="18" charset="2"/>
              </a:rPr>
              <a:t> 1100 </a:t>
            </a:r>
            <a:r>
              <a:rPr lang="en-US" smtClean="0">
                <a:ea typeface="ＭＳ Ｐゴシック" pitchFamily="34" charset="-128"/>
              </a:rPr>
              <a:t>pixels = 1,980,000 pixels</a:t>
            </a:r>
            <a:br>
              <a:rPr lang="en-US" smtClean="0">
                <a:ea typeface="ＭＳ Ｐゴシック" pitchFamily="34" charset="-128"/>
              </a:rPr>
            </a:br>
            <a:r>
              <a:rPr lang="en-US" smtClean="0">
                <a:ea typeface="ＭＳ Ｐゴシック" pitchFamily="34" charset="-128"/>
              </a:rPr>
              <a:t>= 1,980,000 pixels/1,000,000 pixels/megapixel</a:t>
            </a:r>
            <a:br>
              <a:rPr lang="en-US" smtClean="0">
                <a:ea typeface="ＭＳ Ｐゴシック" pitchFamily="34" charset="-128"/>
              </a:rPr>
            </a:br>
            <a:r>
              <a:rPr lang="en-US" smtClean="0">
                <a:ea typeface="ＭＳ Ｐゴシック" pitchFamily="34" charset="-128"/>
              </a:rPr>
              <a:t>= 1.98 megapixels</a:t>
            </a:r>
            <a:br>
              <a:rPr lang="en-US" smtClean="0">
                <a:ea typeface="ＭＳ Ｐゴシック" pitchFamily="34" charset="-128"/>
              </a:rPr>
            </a:br>
            <a:r>
              <a:rPr lang="en-US" smtClean="0">
                <a:ea typeface="ＭＳ Ｐゴシック" pitchFamily="34" charset="-128"/>
              </a:rPr>
              <a:t>rounded up to 2 megapixels</a:t>
            </a:r>
          </a:p>
        </p:txBody>
      </p:sp>
      <p:sp>
        <p:nvSpPr>
          <p:cNvPr id="22531" name="Slide Number Placeholder 3"/>
          <p:cNvSpPr>
            <a:spLocks noGrp="1"/>
          </p:cNvSpPr>
          <p:nvPr>
            <p:ph type="sldNum" sz="quarter" idx="12"/>
          </p:nvPr>
        </p:nvSpPr>
        <p:spPr bwMode="auto">
          <a:noFill/>
          <a:ln>
            <a:miter lim="800000"/>
            <a:headEnd/>
            <a:tailEnd/>
          </a:ln>
        </p:spPr>
        <p:txBody>
          <a:bodyPr/>
          <a:lstStyle/>
          <a:p>
            <a:fld id="{6100A716-4932-400C-8BC7-42B776D5127D}" type="slidenum">
              <a:rPr lang="en-US"/>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r>
              <a:rPr lang="en-US" smtClean="0">
                <a:ea typeface="ＭＳ Ｐゴシック" pitchFamily="34" charset="-128"/>
              </a:rPr>
              <a:t>Megapixels</a:t>
            </a:r>
          </a:p>
        </p:txBody>
      </p:sp>
      <p:sp>
        <p:nvSpPr>
          <p:cNvPr id="23554" name="Content Placeholder 2"/>
          <p:cNvSpPr>
            <a:spLocks noGrp="1"/>
          </p:cNvSpPr>
          <p:nvPr>
            <p:ph idx="1"/>
          </p:nvPr>
        </p:nvSpPr>
        <p:spPr/>
        <p:txBody>
          <a:bodyPr/>
          <a:lstStyle/>
          <a:p>
            <a:pPr algn="l" rtl="0"/>
            <a:r>
              <a:rPr lang="en-US" dirty="0" smtClean="0">
                <a:ea typeface="ＭＳ Ｐゴシック" pitchFamily="34" charset="-128"/>
              </a:rPr>
              <a:t>Give an approximate number of total pixels in an image</a:t>
            </a:r>
          </a:p>
          <a:p>
            <a:pPr algn="l" rtl="0"/>
            <a:endParaRPr lang="en-US" dirty="0" smtClean="0">
              <a:ea typeface="ＭＳ Ｐゴシック" pitchFamily="34" charset="-128"/>
            </a:endParaRPr>
          </a:p>
          <a:p>
            <a:pPr algn="l" rtl="0"/>
            <a:r>
              <a:rPr lang="en-US" dirty="0" smtClean="0">
                <a:ea typeface="ＭＳ Ｐゴシック" pitchFamily="34" charset="-128"/>
              </a:rPr>
              <a:t>Does not provide information about the aspect ratio (i.e., relative width and height) of the image</a:t>
            </a:r>
          </a:p>
        </p:txBody>
      </p:sp>
      <p:sp>
        <p:nvSpPr>
          <p:cNvPr id="23555" name="Slide Number Placeholder 3"/>
          <p:cNvSpPr>
            <a:spLocks noGrp="1"/>
          </p:cNvSpPr>
          <p:nvPr>
            <p:ph type="sldNum" sz="quarter" idx="12"/>
          </p:nvPr>
        </p:nvSpPr>
        <p:spPr bwMode="auto">
          <a:noFill/>
          <a:ln>
            <a:miter lim="800000"/>
            <a:headEnd/>
            <a:tailEnd/>
          </a:ln>
        </p:spPr>
        <p:txBody>
          <a:bodyPr/>
          <a:lstStyle/>
          <a:p>
            <a:fld id="{CDC47EF5-CF4C-4300-AEE0-77CE64C3F9BE}" type="slidenum">
              <a:rPr lang="en-US"/>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r>
              <a:rPr lang="en-US" sz="3200" dirty="0" smtClean="0">
                <a:ea typeface="ＭＳ Ｐゴシック" pitchFamily="34" charset="-128"/>
              </a:rPr>
              <a:t>Does a digital camera with more megapixels mean better image quality?</a:t>
            </a:r>
          </a:p>
        </p:txBody>
      </p:sp>
      <p:sp>
        <p:nvSpPr>
          <p:cNvPr id="24578" name="Content Placeholder 2"/>
          <p:cNvSpPr>
            <a:spLocks noGrp="1"/>
          </p:cNvSpPr>
          <p:nvPr>
            <p:ph idx="1"/>
          </p:nvPr>
        </p:nvSpPr>
        <p:spPr/>
        <p:txBody>
          <a:bodyPr/>
          <a:lstStyle/>
          <a:p>
            <a:pPr algn="l" rtl="0"/>
            <a:r>
              <a:rPr lang="en-US" dirty="0" smtClean="0">
                <a:ea typeface="ＭＳ Ｐゴシック" pitchFamily="34" charset="-128"/>
              </a:rPr>
              <a:t>No</a:t>
            </a:r>
          </a:p>
          <a:p>
            <a:pPr algn="l" rtl="0"/>
            <a:endParaRPr lang="en-US" dirty="0" smtClean="0">
              <a:ea typeface="ＭＳ Ｐゴシック" pitchFamily="34" charset="-128"/>
            </a:endParaRPr>
          </a:p>
          <a:p>
            <a:pPr algn="l" rtl="0"/>
            <a:r>
              <a:rPr lang="en-US" dirty="0" smtClean="0">
                <a:ea typeface="ＭＳ Ｐゴシック" pitchFamily="34" charset="-128"/>
              </a:rPr>
              <a:t>Digital photo quality is determined by:</a:t>
            </a:r>
          </a:p>
          <a:p>
            <a:pPr lvl="1" algn="l" rtl="0"/>
            <a:r>
              <a:rPr lang="en-US" dirty="0" smtClean="0">
                <a:ea typeface="ＭＳ Ｐゴシック" pitchFamily="34" charset="-128"/>
              </a:rPr>
              <a:t>the optics of the lens</a:t>
            </a:r>
          </a:p>
          <a:p>
            <a:pPr lvl="1" algn="l" rtl="0"/>
            <a:r>
              <a:rPr lang="en-US" dirty="0" smtClean="0">
                <a:ea typeface="ＭＳ Ｐゴシック" pitchFamily="34" charset="-128"/>
              </a:rPr>
              <a:t>the size and quality of the sensor</a:t>
            </a:r>
          </a:p>
          <a:p>
            <a:pPr lvl="1" algn="l" rtl="0"/>
            <a:r>
              <a:rPr lang="en-US" dirty="0" smtClean="0">
                <a:ea typeface="ＭＳ Ｐゴシック" pitchFamily="34" charset="-128"/>
              </a:rPr>
              <a:t>the camera electronics</a:t>
            </a:r>
          </a:p>
          <a:p>
            <a:pPr lvl="1" algn="l" rtl="0"/>
            <a:r>
              <a:rPr lang="en-US" dirty="0" smtClean="0">
                <a:ea typeface="ＭＳ Ｐゴシック" pitchFamily="34" charset="-128"/>
              </a:rPr>
              <a:t>the camera</a:t>
            </a:r>
            <a:r>
              <a:rPr lang="ja-JP" altLang="en-US" dirty="0" smtClean="0">
                <a:ea typeface="ＭＳ Ｐゴシック" pitchFamily="34" charset="-128"/>
              </a:rPr>
              <a:t>’</a:t>
            </a:r>
            <a:r>
              <a:rPr lang="en-US" altLang="ja-JP" dirty="0" smtClean="0">
                <a:ea typeface="ＭＳ Ｐゴシック" pitchFamily="34" charset="-128"/>
              </a:rPr>
              <a:t>s image processing software</a:t>
            </a:r>
            <a:endParaRPr lang="en-US" dirty="0" smtClean="0">
              <a:ea typeface="ＭＳ Ｐゴシック" pitchFamily="34" charset="-128"/>
            </a:endParaRPr>
          </a:p>
        </p:txBody>
      </p:sp>
      <p:sp>
        <p:nvSpPr>
          <p:cNvPr id="24579" name="Slide Number Placeholder 3"/>
          <p:cNvSpPr>
            <a:spLocks noGrp="1"/>
          </p:cNvSpPr>
          <p:nvPr>
            <p:ph type="sldNum" sz="quarter" idx="12"/>
          </p:nvPr>
        </p:nvSpPr>
        <p:spPr bwMode="auto">
          <a:noFill/>
          <a:ln>
            <a:miter lim="800000"/>
            <a:headEnd/>
            <a:tailEnd/>
          </a:ln>
        </p:spPr>
        <p:txBody>
          <a:bodyPr/>
          <a:lstStyle/>
          <a:p>
            <a:fld id="{3FBD3102-ECB0-4CDF-B5B8-23AB9D279939}" type="slidenum">
              <a:rPr lang="en-US"/>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p:txBody>
          <a:bodyPr/>
          <a:lstStyle/>
          <a:p>
            <a:r>
              <a:rPr lang="en-US" sz="3200" smtClean="0">
                <a:ea typeface="ＭＳ Ｐゴシック" pitchFamily="34" charset="-128"/>
              </a:rPr>
              <a:t>Does a digital camera with a higher megapixel rating give bigger prints?</a:t>
            </a:r>
          </a:p>
        </p:txBody>
      </p:sp>
      <p:sp>
        <p:nvSpPr>
          <p:cNvPr id="25602" name="Content Placeholder 2"/>
          <p:cNvSpPr>
            <a:spLocks noGrp="1"/>
          </p:cNvSpPr>
          <p:nvPr>
            <p:ph idx="1"/>
          </p:nvPr>
        </p:nvSpPr>
        <p:spPr/>
        <p:txBody>
          <a:bodyPr/>
          <a:lstStyle/>
          <a:p>
            <a:r>
              <a:rPr lang="en-US" smtClean="0">
                <a:ea typeface="ＭＳ Ｐゴシック" pitchFamily="34" charset="-128"/>
              </a:rPr>
              <a:t>The print size depends on the printing resolution.</a:t>
            </a:r>
          </a:p>
          <a:p>
            <a:endParaRPr lang="en-US" smtClean="0">
              <a:ea typeface="ＭＳ Ｐゴシック" pitchFamily="34" charset="-128"/>
            </a:endParaRPr>
          </a:p>
          <a:p>
            <a:r>
              <a:rPr lang="en-US" smtClean="0">
                <a:ea typeface="ＭＳ Ｐゴシック" pitchFamily="34" charset="-128"/>
              </a:rPr>
              <a:t>Let's return to our megapixel examples:</a:t>
            </a:r>
          </a:p>
          <a:p>
            <a:pPr lvl="1"/>
            <a:r>
              <a:rPr lang="en-US" smtClean="0">
                <a:ea typeface="ＭＳ Ｐゴシック" pitchFamily="34" charset="-128"/>
              </a:rPr>
              <a:t>6-megapixel image: 3000 </a:t>
            </a:r>
            <a:r>
              <a:rPr lang="en-US" smtClean="0">
                <a:ea typeface="ＭＳ Ｐゴシック" pitchFamily="34" charset="-128"/>
                <a:sym typeface="Symbol" pitchFamily="18" charset="2"/>
              </a:rPr>
              <a:t></a:t>
            </a:r>
            <a:r>
              <a:rPr lang="en-US" smtClean="0">
                <a:ea typeface="ＭＳ Ｐゴシック" pitchFamily="34" charset="-128"/>
              </a:rPr>
              <a:t> 2000 pixels</a:t>
            </a:r>
          </a:p>
          <a:p>
            <a:pPr lvl="1"/>
            <a:r>
              <a:rPr lang="en-US" smtClean="0">
                <a:ea typeface="ＭＳ Ｐゴシック" pitchFamily="34" charset="-128"/>
              </a:rPr>
              <a:t>2-megapixel image: 1600 </a:t>
            </a:r>
            <a:r>
              <a:rPr lang="en-US" smtClean="0">
                <a:ea typeface="ＭＳ Ｐゴシック" pitchFamily="34" charset="-128"/>
                <a:sym typeface="Symbol" pitchFamily="18" charset="2"/>
              </a:rPr>
              <a:t></a:t>
            </a:r>
            <a:r>
              <a:rPr lang="en-US" smtClean="0">
                <a:ea typeface="ＭＳ Ｐゴシック" pitchFamily="34" charset="-128"/>
              </a:rPr>
              <a:t> 1200 pixels</a:t>
            </a:r>
          </a:p>
        </p:txBody>
      </p:sp>
      <p:sp>
        <p:nvSpPr>
          <p:cNvPr id="25603" name="Slide Number Placeholder 3"/>
          <p:cNvSpPr>
            <a:spLocks noGrp="1"/>
          </p:cNvSpPr>
          <p:nvPr>
            <p:ph type="sldNum" sz="quarter" idx="12"/>
          </p:nvPr>
        </p:nvSpPr>
        <p:spPr bwMode="auto">
          <a:noFill/>
          <a:ln>
            <a:miter lim="800000"/>
            <a:headEnd/>
            <a:tailEnd/>
          </a:ln>
        </p:spPr>
        <p:txBody>
          <a:bodyPr/>
          <a:lstStyle/>
          <a:p>
            <a:fld id="{54296F97-83AC-4B9B-BCC5-CF43A7FB84C1}" type="slidenum">
              <a:rPr lang="en-US"/>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r>
              <a:rPr lang="en-US" smtClean="0">
                <a:ea typeface="ＭＳ Ｐゴシック" pitchFamily="34" charset="-128"/>
              </a:rPr>
              <a:t>Print Sizes of a 6-megapixel Image</a:t>
            </a:r>
          </a:p>
        </p:txBody>
      </p:sp>
      <p:sp>
        <p:nvSpPr>
          <p:cNvPr id="3" name="Content Placeholder 2"/>
          <p:cNvSpPr>
            <a:spLocks noGrp="1"/>
          </p:cNvSpPr>
          <p:nvPr>
            <p:ph idx="1"/>
          </p:nvPr>
        </p:nvSpPr>
        <p:spPr/>
        <p:txBody>
          <a:bodyPr>
            <a:normAutofit fontScale="92500" lnSpcReduction="20000"/>
          </a:bodyPr>
          <a:lstStyle/>
          <a:p>
            <a:pPr>
              <a:buFont typeface="Arial" charset="0"/>
              <a:buChar char="•"/>
              <a:defRPr/>
            </a:pPr>
            <a:r>
              <a:rPr lang="en-US" smtClean="0">
                <a:ea typeface="+mn-ea"/>
              </a:rPr>
              <a:t>Printed at 150 ppi:</a:t>
            </a:r>
            <a:br>
              <a:rPr lang="en-US" smtClean="0">
                <a:ea typeface="+mn-ea"/>
              </a:rPr>
            </a:br>
            <a:r>
              <a:rPr lang="en-US" smtClean="0">
                <a:ea typeface="+mn-ea"/>
              </a:rPr>
              <a:t>3000 pixels / 150 ppi = 20"</a:t>
            </a:r>
            <a:br>
              <a:rPr lang="en-US" smtClean="0">
                <a:ea typeface="+mn-ea"/>
              </a:rPr>
            </a:br>
            <a:r>
              <a:rPr lang="en-US" smtClean="0">
                <a:ea typeface="+mn-ea"/>
              </a:rPr>
              <a:t>2000 pixels / 150 ppi = 13.3"</a:t>
            </a:r>
          </a:p>
          <a:p>
            <a:pPr>
              <a:buFont typeface="Arial" charset="0"/>
              <a:buChar char="•"/>
              <a:defRPr/>
            </a:pPr>
            <a:endParaRPr lang="en-US" smtClean="0">
              <a:ea typeface="+mn-ea"/>
            </a:endParaRPr>
          </a:p>
          <a:p>
            <a:pPr>
              <a:buFont typeface="Arial" charset="0"/>
              <a:buChar char="•"/>
              <a:defRPr/>
            </a:pPr>
            <a:r>
              <a:rPr lang="en-US" smtClean="0">
                <a:ea typeface="+mn-ea"/>
              </a:rPr>
              <a:t>Printed at 300 ppi:</a:t>
            </a:r>
            <a:br>
              <a:rPr lang="en-US" smtClean="0">
                <a:ea typeface="+mn-ea"/>
              </a:rPr>
            </a:br>
            <a:r>
              <a:rPr lang="en-US" smtClean="0">
                <a:ea typeface="+mn-ea"/>
              </a:rPr>
              <a:t>3000 pixels / 300 ppi = 10"</a:t>
            </a:r>
            <a:br>
              <a:rPr lang="en-US" smtClean="0">
                <a:ea typeface="+mn-ea"/>
              </a:rPr>
            </a:br>
            <a:r>
              <a:rPr lang="en-US" smtClean="0">
                <a:ea typeface="+mn-ea"/>
              </a:rPr>
              <a:t>2000 pixels / 300 ppi = 6.7"</a:t>
            </a:r>
          </a:p>
          <a:p>
            <a:pPr>
              <a:buFont typeface="Arial" charset="0"/>
              <a:buNone/>
              <a:defRPr/>
            </a:pPr>
            <a:endParaRPr lang="en-US" smtClean="0">
              <a:ea typeface="+mn-ea"/>
            </a:endParaRPr>
          </a:p>
          <a:p>
            <a:pPr>
              <a:buFont typeface="Arial" charset="0"/>
              <a:buChar char="•"/>
              <a:defRPr/>
            </a:pPr>
            <a:r>
              <a:rPr lang="en-US" smtClean="0">
                <a:ea typeface="+mn-ea"/>
              </a:rPr>
              <a:t>Printed at 600 ppi:</a:t>
            </a:r>
            <a:br>
              <a:rPr lang="en-US" smtClean="0">
                <a:ea typeface="+mn-ea"/>
              </a:rPr>
            </a:br>
            <a:r>
              <a:rPr lang="en-US" smtClean="0">
                <a:ea typeface="+mn-ea"/>
              </a:rPr>
              <a:t>3000 pixels / 600 ppi = 5"</a:t>
            </a:r>
            <a:br>
              <a:rPr lang="en-US" smtClean="0">
                <a:ea typeface="+mn-ea"/>
              </a:rPr>
            </a:br>
            <a:r>
              <a:rPr lang="en-US" smtClean="0">
                <a:ea typeface="+mn-ea"/>
              </a:rPr>
              <a:t>2000 pixels / 600 ppi = 3.3"</a:t>
            </a:r>
          </a:p>
          <a:p>
            <a:pPr>
              <a:buFont typeface="Arial" charset="0"/>
              <a:buChar char="•"/>
              <a:defRPr/>
            </a:pPr>
            <a:endParaRPr lang="en-US">
              <a:ea typeface="+mn-ea"/>
            </a:endParaRPr>
          </a:p>
        </p:txBody>
      </p:sp>
      <p:sp>
        <p:nvSpPr>
          <p:cNvPr id="26627" name="Slide Number Placeholder 3"/>
          <p:cNvSpPr>
            <a:spLocks noGrp="1"/>
          </p:cNvSpPr>
          <p:nvPr>
            <p:ph type="sldNum" sz="quarter" idx="12"/>
          </p:nvPr>
        </p:nvSpPr>
        <p:spPr bwMode="auto">
          <a:noFill/>
          <a:ln>
            <a:miter lim="800000"/>
            <a:headEnd/>
            <a:tailEnd/>
          </a:ln>
        </p:spPr>
        <p:txBody>
          <a:bodyPr/>
          <a:lstStyle/>
          <a:p>
            <a:fld id="{1ACC3A4D-A086-497E-8D0B-9A1800978E35}" type="slidenum">
              <a:rPr lang="en-US"/>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p:txBody>
          <a:bodyPr/>
          <a:lstStyle/>
          <a:p>
            <a:r>
              <a:rPr lang="en-US" smtClean="0">
                <a:ea typeface="ＭＳ Ｐゴシック" pitchFamily="34" charset="-128"/>
              </a:rPr>
              <a:t>Print Sizes of a 2-megapixel Image</a:t>
            </a:r>
          </a:p>
        </p:txBody>
      </p:sp>
      <p:sp>
        <p:nvSpPr>
          <p:cNvPr id="3" name="Content Placeholder 2"/>
          <p:cNvSpPr>
            <a:spLocks noGrp="1"/>
          </p:cNvSpPr>
          <p:nvPr>
            <p:ph idx="1"/>
          </p:nvPr>
        </p:nvSpPr>
        <p:spPr/>
        <p:txBody>
          <a:bodyPr>
            <a:normAutofit fontScale="92500" lnSpcReduction="20000"/>
          </a:bodyPr>
          <a:lstStyle/>
          <a:p>
            <a:pPr>
              <a:buFont typeface="Arial" charset="0"/>
              <a:buChar char="•"/>
              <a:defRPr/>
            </a:pPr>
            <a:r>
              <a:rPr lang="en-US" smtClean="0">
                <a:ea typeface="+mn-ea"/>
              </a:rPr>
              <a:t>Printed at 150 ppi:</a:t>
            </a:r>
            <a:br>
              <a:rPr lang="en-US" smtClean="0">
                <a:ea typeface="+mn-ea"/>
              </a:rPr>
            </a:br>
            <a:r>
              <a:rPr lang="en-US" smtClean="0">
                <a:ea typeface="+mn-ea"/>
              </a:rPr>
              <a:t>1600 pixels / 150 ppi = 10.7"</a:t>
            </a:r>
            <a:br>
              <a:rPr lang="en-US" smtClean="0">
                <a:ea typeface="+mn-ea"/>
              </a:rPr>
            </a:br>
            <a:r>
              <a:rPr lang="en-US" smtClean="0">
                <a:ea typeface="+mn-ea"/>
              </a:rPr>
              <a:t>1200 pixels / 150 ppi = 8"</a:t>
            </a:r>
          </a:p>
          <a:p>
            <a:pPr>
              <a:buFont typeface="Arial" charset="0"/>
              <a:buChar char="•"/>
              <a:defRPr/>
            </a:pPr>
            <a:endParaRPr lang="en-US" smtClean="0">
              <a:ea typeface="+mn-ea"/>
            </a:endParaRPr>
          </a:p>
          <a:p>
            <a:pPr>
              <a:buFont typeface="Arial" charset="0"/>
              <a:buChar char="•"/>
              <a:defRPr/>
            </a:pPr>
            <a:r>
              <a:rPr lang="en-US" smtClean="0">
                <a:ea typeface="+mn-ea"/>
              </a:rPr>
              <a:t>Printed at 300 ppi:</a:t>
            </a:r>
            <a:br>
              <a:rPr lang="en-US" smtClean="0">
                <a:ea typeface="+mn-ea"/>
              </a:rPr>
            </a:br>
            <a:r>
              <a:rPr lang="en-US" smtClean="0">
                <a:ea typeface="+mn-ea"/>
              </a:rPr>
              <a:t>1600 pixels / 300 ppi = 5.3"</a:t>
            </a:r>
            <a:br>
              <a:rPr lang="en-US" smtClean="0">
                <a:ea typeface="+mn-ea"/>
              </a:rPr>
            </a:br>
            <a:r>
              <a:rPr lang="en-US" smtClean="0">
                <a:ea typeface="+mn-ea"/>
              </a:rPr>
              <a:t>1200 pixels / 300 ppi = 4"</a:t>
            </a:r>
          </a:p>
          <a:p>
            <a:pPr>
              <a:buFont typeface="Arial" charset="0"/>
              <a:buNone/>
              <a:defRPr/>
            </a:pPr>
            <a:endParaRPr lang="en-US" smtClean="0">
              <a:ea typeface="+mn-ea"/>
            </a:endParaRPr>
          </a:p>
          <a:p>
            <a:pPr>
              <a:buFont typeface="Arial" charset="0"/>
              <a:buChar char="•"/>
              <a:defRPr/>
            </a:pPr>
            <a:r>
              <a:rPr lang="en-US" smtClean="0">
                <a:ea typeface="+mn-ea"/>
              </a:rPr>
              <a:t>Printed at 600 ppi:</a:t>
            </a:r>
            <a:br>
              <a:rPr lang="en-US" smtClean="0">
                <a:ea typeface="+mn-ea"/>
              </a:rPr>
            </a:br>
            <a:r>
              <a:rPr lang="en-US" smtClean="0">
                <a:ea typeface="+mn-ea"/>
              </a:rPr>
              <a:t>1600 pixels / 600 ppi = 2.7"</a:t>
            </a:r>
            <a:br>
              <a:rPr lang="en-US" smtClean="0">
                <a:ea typeface="+mn-ea"/>
              </a:rPr>
            </a:br>
            <a:r>
              <a:rPr lang="en-US" smtClean="0">
                <a:ea typeface="+mn-ea"/>
              </a:rPr>
              <a:t>1200 pixels / 600 ppi = 2"</a:t>
            </a:r>
          </a:p>
          <a:p>
            <a:pPr>
              <a:buFont typeface="Arial" charset="0"/>
              <a:buChar char="•"/>
              <a:defRPr/>
            </a:pPr>
            <a:endParaRPr lang="en-US">
              <a:ea typeface="+mn-ea"/>
            </a:endParaRPr>
          </a:p>
        </p:txBody>
      </p:sp>
      <p:sp>
        <p:nvSpPr>
          <p:cNvPr id="27651" name="Slide Number Placeholder 3"/>
          <p:cNvSpPr>
            <a:spLocks noGrp="1"/>
          </p:cNvSpPr>
          <p:nvPr>
            <p:ph type="sldNum" sz="quarter" idx="12"/>
          </p:nvPr>
        </p:nvSpPr>
        <p:spPr bwMode="auto">
          <a:noFill/>
          <a:ln>
            <a:miter lim="800000"/>
            <a:headEnd/>
            <a:tailEnd/>
          </a:ln>
        </p:spPr>
        <p:txBody>
          <a:bodyPr/>
          <a:lstStyle/>
          <a:p>
            <a:fld id="{7FE16B44-EACB-4DE1-90F0-E0BAE714B164}" type="slidenum">
              <a:rPr lang="en-US"/>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p:txBody>
          <a:bodyPr/>
          <a:lstStyle/>
          <a:p>
            <a:r>
              <a:rPr lang="en-US" sz="3200" smtClean="0">
                <a:ea typeface="ＭＳ Ｐゴシック" pitchFamily="34" charset="-128"/>
              </a:rPr>
              <a:t>Does a digital camera with a higher megapixel rating give bigger prints?</a:t>
            </a:r>
          </a:p>
        </p:txBody>
      </p:sp>
      <p:sp>
        <p:nvSpPr>
          <p:cNvPr id="28674" name="Content Placeholder 2"/>
          <p:cNvSpPr>
            <a:spLocks noGrp="1"/>
          </p:cNvSpPr>
          <p:nvPr>
            <p:ph idx="1"/>
          </p:nvPr>
        </p:nvSpPr>
        <p:spPr/>
        <p:txBody>
          <a:bodyPr/>
          <a:lstStyle/>
          <a:p>
            <a:pPr algn="l" rtl="0">
              <a:buFont typeface="Arial" pitchFamily="34" charset="0"/>
              <a:buNone/>
            </a:pPr>
            <a:r>
              <a:rPr lang="en-US" dirty="0" smtClean="0">
                <a:ea typeface="ＭＳ Ｐゴシック" pitchFamily="34" charset="-128"/>
              </a:rPr>
              <a:t>As you see in the examples:</a:t>
            </a:r>
          </a:p>
          <a:p>
            <a:pPr algn="l" rtl="0"/>
            <a:r>
              <a:rPr lang="en-US" dirty="0" smtClean="0">
                <a:ea typeface="ＭＳ Ｐゴシック" pitchFamily="34" charset="-128"/>
              </a:rPr>
              <a:t>With the same printing resolution, yes, images with more megapixels give bigger prints.</a:t>
            </a:r>
          </a:p>
          <a:p>
            <a:pPr algn="l" rtl="0"/>
            <a:endParaRPr lang="en-US" dirty="0" smtClean="0">
              <a:ea typeface="ＭＳ Ｐゴシック" pitchFamily="34" charset="-128"/>
            </a:endParaRPr>
          </a:p>
          <a:p>
            <a:pPr algn="l" rtl="0"/>
            <a:r>
              <a:rPr lang="en-US" dirty="0" smtClean="0">
                <a:ea typeface="ＭＳ Ｐゴシック" pitchFamily="34" charset="-128"/>
              </a:rPr>
              <a:t>With different printing resolutions, the 2-megapixel image (printed at 150 </a:t>
            </a:r>
            <a:r>
              <a:rPr lang="en-US" dirty="0" err="1" smtClean="0">
                <a:ea typeface="ＭＳ Ｐゴシック" pitchFamily="34" charset="-128"/>
              </a:rPr>
              <a:t>ppi</a:t>
            </a:r>
            <a:r>
              <a:rPr lang="en-US" dirty="0" smtClean="0">
                <a:ea typeface="ＭＳ Ｐゴシック" pitchFamily="34" charset="-128"/>
              </a:rPr>
              <a:t>) gives a bigger print than the 6-megapixel image (printed at 300 </a:t>
            </a:r>
            <a:r>
              <a:rPr lang="en-US" dirty="0" err="1" smtClean="0">
                <a:ea typeface="ＭＳ Ｐゴシック" pitchFamily="34" charset="-128"/>
              </a:rPr>
              <a:t>ppi</a:t>
            </a:r>
            <a:r>
              <a:rPr lang="en-US" dirty="0" smtClean="0">
                <a:ea typeface="ＭＳ Ｐゴシック" pitchFamily="34" charset="-128"/>
              </a:rPr>
              <a:t>).</a:t>
            </a:r>
          </a:p>
        </p:txBody>
      </p:sp>
      <p:sp>
        <p:nvSpPr>
          <p:cNvPr id="28675" name="Slide Number Placeholder 3"/>
          <p:cNvSpPr>
            <a:spLocks noGrp="1"/>
          </p:cNvSpPr>
          <p:nvPr>
            <p:ph type="sldNum" sz="quarter" idx="12"/>
          </p:nvPr>
        </p:nvSpPr>
        <p:spPr bwMode="auto">
          <a:noFill/>
          <a:ln>
            <a:miter lim="800000"/>
            <a:headEnd/>
            <a:tailEnd/>
          </a:ln>
        </p:spPr>
        <p:txBody>
          <a:bodyPr/>
          <a:lstStyle/>
          <a:p>
            <a:fld id="{9DED0619-CF3E-4ECD-870D-4D90DACE82CE}" type="slidenum">
              <a:rPr lang="en-US"/>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ctrTitle"/>
          </p:nvPr>
        </p:nvSpPr>
        <p:spPr/>
        <p:txBody>
          <a:bodyPr/>
          <a:lstStyle/>
          <a:p>
            <a:pPr eaLnBrk="1" hangingPunct="1"/>
            <a:r>
              <a:rPr lang="en-US" smtClean="0">
                <a:ea typeface="ＭＳ Ｐゴシック" pitchFamily="34" charset="-128"/>
              </a:rPr>
              <a:t>Review Questions</a:t>
            </a:r>
          </a:p>
        </p:txBody>
      </p:sp>
      <p:sp>
        <p:nvSpPr>
          <p:cNvPr id="3" name="Subtitle 2"/>
          <p:cNvSpPr>
            <a:spLocks noGrp="1"/>
          </p:cNvSpPr>
          <p:nvPr>
            <p:ph type="subTitle" idx="1"/>
          </p:nvPr>
        </p:nvSpPr>
        <p:spPr/>
        <p:txBody>
          <a:bodyPr>
            <a:normAutofit fontScale="70000" lnSpcReduction="20000"/>
          </a:bodyPr>
          <a:lstStyle/>
          <a:p>
            <a:pPr eaLnBrk="1" hangingPunct="1">
              <a:buFont typeface="Arial" charset="0"/>
              <a:buNone/>
              <a:defRPr/>
            </a:pPr>
            <a:r>
              <a:rPr lang="en-US" smtClean="0">
                <a:ea typeface="+mn-ea"/>
              </a:rPr>
              <a:t>Note to instructor: </a:t>
            </a:r>
          </a:p>
          <a:p>
            <a:pPr eaLnBrk="1" hangingPunct="1">
              <a:buFont typeface="Arial" charset="0"/>
              <a:buNone/>
              <a:defRPr/>
            </a:pPr>
            <a:r>
              <a:rPr lang="en-US" smtClean="0">
                <a:ea typeface="+mn-ea"/>
              </a:rPr>
              <a:t>Depending on your preference, you may want to go over the review questions at the </a:t>
            </a:r>
            <a:r>
              <a:rPr lang="en-US" u="sng" smtClean="0">
                <a:ea typeface="+mn-ea"/>
              </a:rPr>
              <a:t>end of this lecture </a:t>
            </a:r>
            <a:r>
              <a:rPr lang="en-US" smtClean="0">
                <a:ea typeface="+mn-ea"/>
              </a:rPr>
              <a:t>as an instant review or at the </a:t>
            </a:r>
            <a:r>
              <a:rPr lang="en-US" u="sng" smtClean="0">
                <a:ea typeface="+mn-ea"/>
              </a:rPr>
              <a:t>beginning of next lecture </a:t>
            </a:r>
            <a:r>
              <a:rPr lang="en-US" smtClean="0">
                <a:ea typeface="+mn-ea"/>
              </a:rPr>
              <a:t>to refresh students' memory of this lecture.</a:t>
            </a:r>
          </a:p>
        </p:txBody>
      </p:sp>
      <p:sp>
        <p:nvSpPr>
          <p:cNvPr id="29700" name="Slide Number Placeholder 3"/>
          <p:cNvSpPr>
            <a:spLocks noGrp="1"/>
          </p:cNvSpPr>
          <p:nvPr>
            <p:ph type="sldNum" sz="quarter" idx="12"/>
          </p:nvPr>
        </p:nvSpPr>
        <p:spPr bwMode="auto">
          <a:noFill/>
          <a:ln>
            <a:miter lim="800000"/>
            <a:headEnd/>
            <a:tailEnd/>
          </a:ln>
        </p:spPr>
        <p:txBody>
          <a:bodyPr/>
          <a:lstStyle/>
          <a:p>
            <a:fld id="{2994FBBA-8CA0-4A59-A026-8B05225FDB1E}" type="slidenum">
              <a:rPr lang="en-US"/>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p:txBody>
          <a:bodyPr/>
          <a:lstStyle/>
          <a:p>
            <a:pPr eaLnBrk="1" hangingPunct="1"/>
            <a:r>
              <a:rPr lang="en-US" smtClean="0">
                <a:ea typeface="ＭＳ Ｐゴシック" pitchFamily="34" charset="-128"/>
              </a:rPr>
              <a:t>Review Question</a:t>
            </a:r>
          </a:p>
        </p:txBody>
      </p:sp>
      <p:sp>
        <p:nvSpPr>
          <p:cNvPr id="30722" name="Content Placeholder 2"/>
          <p:cNvSpPr>
            <a:spLocks noGrp="1"/>
          </p:cNvSpPr>
          <p:nvPr>
            <p:ph idx="1"/>
          </p:nvPr>
        </p:nvSpPr>
        <p:spPr/>
        <p:txBody>
          <a:bodyPr/>
          <a:lstStyle/>
          <a:p>
            <a:pPr eaLnBrk="1" hangingPunct="1">
              <a:buFont typeface="Arial" pitchFamily="34" charset="0"/>
              <a:buNone/>
            </a:pPr>
            <a:r>
              <a:rPr lang="en-US" smtClean="0">
                <a:ea typeface="ＭＳ Ｐゴシック" pitchFamily="34" charset="-128"/>
              </a:rPr>
              <a:t>Name two methods you can capture digital images.</a:t>
            </a:r>
          </a:p>
        </p:txBody>
      </p:sp>
      <p:sp>
        <p:nvSpPr>
          <p:cNvPr id="30723" name="Slide Number Placeholder 3"/>
          <p:cNvSpPr>
            <a:spLocks noGrp="1"/>
          </p:cNvSpPr>
          <p:nvPr>
            <p:ph type="sldNum" sz="quarter" idx="12"/>
          </p:nvPr>
        </p:nvSpPr>
        <p:spPr bwMode="auto">
          <a:noFill/>
          <a:ln>
            <a:miter lim="800000"/>
            <a:headEnd/>
            <a:tailEnd/>
          </a:ln>
        </p:spPr>
        <p:txBody>
          <a:bodyPr/>
          <a:lstStyle/>
          <a:p>
            <a:fld id="{6AF5E12B-B627-4A16-8173-9EF33CD11015}" type="slidenum">
              <a:rPr lang="en-US"/>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p:txBody>
          <a:bodyPr/>
          <a:lstStyle/>
          <a:p>
            <a:pPr eaLnBrk="1" hangingPunct="1"/>
            <a:r>
              <a:rPr lang="en-US" smtClean="0">
                <a:ea typeface="ＭＳ Ｐゴシック" pitchFamily="34" charset="-128"/>
              </a:rPr>
              <a:t>Review Question</a:t>
            </a:r>
          </a:p>
        </p:txBody>
      </p:sp>
      <p:sp>
        <p:nvSpPr>
          <p:cNvPr id="32770" name="Content Placeholder 2"/>
          <p:cNvSpPr>
            <a:spLocks noGrp="1"/>
          </p:cNvSpPr>
          <p:nvPr>
            <p:ph idx="1"/>
          </p:nvPr>
        </p:nvSpPr>
        <p:spPr/>
        <p:txBody>
          <a:bodyPr/>
          <a:lstStyle/>
          <a:p>
            <a:pPr eaLnBrk="1" hangingPunct="1">
              <a:buFont typeface="Arial" pitchFamily="34" charset="0"/>
              <a:buNone/>
            </a:pPr>
            <a:r>
              <a:rPr lang="en-US" smtClean="0">
                <a:ea typeface="ＭＳ Ｐゴシック" pitchFamily="34" charset="-128"/>
              </a:rPr>
              <a:t>1 megapixel = ___ pixels</a:t>
            </a:r>
          </a:p>
        </p:txBody>
      </p:sp>
      <p:sp>
        <p:nvSpPr>
          <p:cNvPr id="32771" name="Slide Number Placeholder 3"/>
          <p:cNvSpPr>
            <a:spLocks noGrp="1"/>
          </p:cNvSpPr>
          <p:nvPr>
            <p:ph type="sldNum" sz="quarter" idx="12"/>
          </p:nvPr>
        </p:nvSpPr>
        <p:spPr bwMode="auto">
          <a:noFill/>
          <a:ln>
            <a:miter lim="800000"/>
            <a:headEnd/>
            <a:tailEnd/>
          </a:ln>
        </p:spPr>
        <p:txBody>
          <a:bodyPr/>
          <a:lstStyle/>
          <a:p>
            <a:fld id="{BBC4414B-CC98-4D0B-A29B-BE2030E5AB21}" type="slidenum">
              <a:rPr lang="en-US"/>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p:txBody>
          <a:bodyPr/>
          <a:lstStyle/>
          <a:p>
            <a:pPr eaLnBrk="1" hangingPunct="1"/>
            <a:r>
              <a:rPr lang="en-US" smtClean="0">
                <a:ea typeface="ＭＳ Ｐゴシック" pitchFamily="34" charset="-128"/>
              </a:rPr>
              <a:t>Review Question</a:t>
            </a:r>
          </a:p>
        </p:txBody>
      </p:sp>
      <p:sp>
        <p:nvSpPr>
          <p:cNvPr id="34818" name="Content Placeholder 2"/>
          <p:cNvSpPr>
            <a:spLocks noGrp="1"/>
          </p:cNvSpPr>
          <p:nvPr>
            <p:ph idx="1"/>
          </p:nvPr>
        </p:nvSpPr>
        <p:spPr/>
        <p:txBody>
          <a:bodyPr/>
          <a:lstStyle/>
          <a:p>
            <a:pPr eaLnBrk="1" hangingPunct="1">
              <a:buFont typeface="Arial" pitchFamily="34" charset="0"/>
              <a:buNone/>
            </a:pPr>
            <a:r>
              <a:rPr lang="en-US" smtClean="0">
                <a:ea typeface="ＭＳ Ｐゴシック" pitchFamily="34" charset="-128"/>
              </a:rPr>
              <a:t>An image of 6000 </a:t>
            </a:r>
            <a:r>
              <a:rPr lang="en-US" smtClean="0">
                <a:ea typeface="ＭＳ Ｐゴシック" pitchFamily="34" charset="-128"/>
                <a:sym typeface="Symbol" pitchFamily="18" charset="2"/>
              </a:rPr>
              <a:t> 6000 pixels is said to have ___ megapixels.</a:t>
            </a:r>
            <a:endParaRPr lang="en-US" smtClean="0">
              <a:ea typeface="ＭＳ Ｐゴシック" pitchFamily="34" charset="-128"/>
            </a:endParaRPr>
          </a:p>
        </p:txBody>
      </p:sp>
      <p:sp>
        <p:nvSpPr>
          <p:cNvPr id="34819" name="Slide Number Placeholder 3"/>
          <p:cNvSpPr>
            <a:spLocks noGrp="1"/>
          </p:cNvSpPr>
          <p:nvPr>
            <p:ph type="sldNum" sz="quarter" idx="12"/>
          </p:nvPr>
        </p:nvSpPr>
        <p:spPr bwMode="auto">
          <a:noFill/>
          <a:ln>
            <a:miter lim="800000"/>
            <a:headEnd/>
            <a:tailEnd/>
          </a:ln>
        </p:spPr>
        <p:txBody>
          <a:bodyPr/>
          <a:lstStyle/>
          <a:p>
            <a:fld id="{604C9229-4451-4BD5-8FAD-2387A981CAB4}" type="slidenum">
              <a:rPr lang="en-US"/>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title"/>
          </p:nvPr>
        </p:nvSpPr>
        <p:spPr/>
        <p:txBody>
          <a:bodyPr/>
          <a:lstStyle/>
          <a:p>
            <a:pPr eaLnBrk="1" hangingPunct="1"/>
            <a:r>
              <a:rPr lang="en-US" smtClean="0">
                <a:ea typeface="ＭＳ Ｐゴシック" pitchFamily="34" charset="-128"/>
              </a:rPr>
              <a:t>Review Question</a:t>
            </a:r>
          </a:p>
        </p:txBody>
      </p:sp>
      <p:sp>
        <p:nvSpPr>
          <p:cNvPr id="36866" name="Content Placeholder 2"/>
          <p:cNvSpPr>
            <a:spLocks noGrp="1"/>
          </p:cNvSpPr>
          <p:nvPr>
            <p:ph idx="1"/>
          </p:nvPr>
        </p:nvSpPr>
        <p:spPr/>
        <p:txBody>
          <a:bodyPr/>
          <a:lstStyle/>
          <a:p>
            <a:pPr eaLnBrk="1" hangingPunct="1">
              <a:buFont typeface="Arial" pitchFamily="34" charset="0"/>
              <a:buNone/>
            </a:pPr>
            <a:r>
              <a:rPr lang="en-US" smtClean="0">
                <a:ea typeface="ＭＳ Ｐゴシック" pitchFamily="34" charset="-128"/>
              </a:rPr>
              <a:t>Does a digital camera with more megapixels always mean better image quality?</a:t>
            </a:r>
          </a:p>
        </p:txBody>
      </p:sp>
      <p:sp>
        <p:nvSpPr>
          <p:cNvPr id="36867" name="Slide Number Placeholder 3"/>
          <p:cNvSpPr>
            <a:spLocks noGrp="1"/>
          </p:cNvSpPr>
          <p:nvPr>
            <p:ph type="sldNum" sz="quarter" idx="12"/>
          </p:nvPr>
        </p:nvSpPr>
        <p:spPr bwMode="auto">
          <a:noFill/>
          <a:ln>
            <a:miter lim="800000"/>
            <a:headEnd/>
            <a:tailEnd/>
          </a:ln>
        </p:spPr>
        <p:txBody>
          <a:bodyPr/>
          <a:lstStyle/>
          <a:p>
            <a:fld id="{84DE87CE-49AB-41AA-A8D4-456866B3FA40}" type="slidenum">
              <a:rPr lang="en-US"/>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p:txBody>
          <a:bodyPr/>
          <a:lstStyle/>
          <a:p>
            <a:pPr eaLnBrk="1" hangingPunct="1"/>
            <a:r>
              <a:rPr lang="en-US" smtClean="0">
                <a:ea typeface="ＭＳ Ｐゴシック" pitchFamily="34" charset="-128"/>
              </a:rPr>
              <a:t>Review Question</a:t>
            </a:r>
          </a:p>
        </p:txBody>
      </p:sp>
      <p:sp>
        <p:nvSpPr>
          <p:cNvPr id="38914" name="Content Placeholder 2"/>
          <p:cNvSpPr>
            <a:spLocks noGrp="1"/>
          </p:cNvSpPr>
          <p:nvPr>
            <p:ph idx="1"/>
          </p:nvPr>
        </p:nvSpPr>
        <p:spPr/>
        <p:txBody>
          <a:bodyPr/>
          <a:lstStyle/>
          <a:p>
            <a:pPr eaLnBrk="1" hangingPunct="1">
              <a:buFont typeface="Arial" pitchFamily="34" charset="0"/>
              <a:buNone/>
            </a:pPr>
            <a:r>
              <a:rPr lang="en-US" smtClean="0">
                <a:ea typeface="ＭＳ Ｐゴシック" pitchFamily="34" charset="-128"/>
              </a:rPr>
              <a:t>What are the factors of digital cameras that determine the image quality?</a:t>
            </a:r>
          </a:p>
        </p:txBody>
      </p:sp>
      <p:sp>
        <p:nvSpPr>
          <p:cNvPr id="38915" name="Slide Number Placeholder 3"/>
          <p:cNvSpPr>
            <a:spLocks noGrp="1"/>
          </p:cNvSpPr>
          <p:nvPr>
            <p:ph type="sldNum" sz="quarter" idx="12"/>
          </p:nvPr>
        </p:nvSpPr>
        <p:spPr bwMode="auto">
          <a:noFill/>
          <a:ln>
            <a:miter lim="800000"/>
            <a:headEnd/>
            <a:tailEnd/>
          </a:ln>
        </p:spPr>
        <p:txBody>
          <a:bodyPr/>
          <a:lstStyle/>
          <a:p>
            <a:fld id="{48EE1E4B-2056-4F92-BD94-2A83FE5244D8}" type="slidenum">
              <a:rPr lang="en-US"/>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p:nvPr>
        </p:nvSpPr>
        <p:spPr/>
        <p:txBody>
          <a:bodyPr/>
          <a:lstStyle/>
          <a:p>
            <a:pPr eaLnBrk="1" hangingPunct="1"/>
            <a:r>
              <a:rPr lang="en-US" smtClean="0">
                <a:ea typeface="ＭＳ Ｐゴシック" pitchFamily="34" charset="-128"/>
              </a:rPr>
              <a:t>Review Question</a:t>
            </a:r>
          </a:p>
        </p:txBody>
      </p:sp>
      <p:sp>
        <p:nvSpPr>
          <p:cNvPr id="40962" name="Content Placeholder 2"/>
          <p:cNvSpPr>
            <a:spLocks noGrp="1"/>
          </p:cNvSpPr>
          <p:nvPr>
            <p:ph idx="1"/>
          </p:nvPr>
        </p:nvSpPr>
        <p:spPr/>
        <p:txBody>
          <a:bodyPr/>
          <a:lstStyle/>
          <a:p>
            <a:pPr eaLnBrk="1" hangingPunct="1">
              <a:buFont typeface="Arial" pitchFamily="34" charset="0"/>
              <a:buNone/>
            </a:pPr>
            <a:r>
              <a:rPr lang="en-US" smtClean="0">
                <a:ea typeface="ＭＳ Ｐゴシック" pitchFamily="34" charset="-128"/>
              </a:rPr>
              <a:t>Does a digital camera with a higher megapixel rating give bigger prints?</a:t>
            </a:r>
          </a:p>
        </p:txBody>
      </p:sp>
      <p:sp>
        <p:nvSpPr>
          <p:cNvPr id="40963" name="Slide Number Placeholder 3"/>
          <p:cNvSpPr>
            <a:spLocks noGrp="1"/>
          </p:cNvSpPr>
          <p:nvPr>
            <p:ph type="sldNum" sz="quarter" idx="12"/>
          </p:nvPr>
        </p:nvSpPr>
        <p:spPr bwMode="auto">
          <a:noFill/>
          <a:ln>
            <a:miter lim="800000"/>
            <a:headEnd/>
            <a:tailEnd/>
          </a:ln>
        </p:spPr>
        <p:txBody>
          <a:bodyPr/>
          <a:lstStyle/>
          <a:p>
            <a:fld id="{78790623-1A9F-4EA8-B122-5B64EE634905}" type="slidenum">
              <a:rPr lang="en-US"/>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p:txBody>
          <a:bodyPr>
            <a:normAutofit fontScale="90000"/>
          </a:bodyPr>
          <a:lstStyle/>
          <a:p>
            <a:r>
              <a:rPr lang="en-US" sz="3600" dirty="0" smtClean="0"/>
              <a:t>"Digital Media Primer" </a:t>
            </a:r>
            <a:r>
              <a:rPr lang="en-US" sz="3600" dirty="0" err="1" smtClean="0"/>
              <a:t>Yue</a:t>
            </a:r>
            <a:r>
              <a:rPr lang="en-US" sz="3600" dirty="0" smtClean="0"/>
              <a:t>-Ling Wong, </a:t>
            </a:r>
            <a:br>
              <a:rPr lang="en-US" sz="3600" dirty="0" smtClean="0"/>
            </a:br>
            <a:r>
              <a:rPr lang="en-US" sz="3600" dirty="0" smtClean="0"/>
              <a:t>Copyright (c)2013 by Pearson Education, Inc. All rights reserved.</a:t>
            </a:r>
          </a:p>
        </p:txBody>
      </p:sp>
      <p:sp>
        <p:nvSpPr>
          <p:cNvPr id="4" name="Slide Number Placeholder 3"/>
          <p:cNvSpPr>
            <a:spLocks noGrp="1"/>
          </p:cNvSpPr>
          <p:nvPr>
            <p:ph type="sldNum" sz="quarter" idx="12"/>
          </p:nvPr>
        </p:nvSpPr>
        <p:spPr/>
        <p:txBody>
          <a:bodyPr/>
          <a:lstStyle/>
          <a:p>
            <a:pPr>
              <a:defRPr/>
            </a:pPr>
            <a:fld id="{4AE5A49B-6261-4020-B878-C03224783395}" type="slidenum">
              <a:rPr lang="en-US" smtClean="0"/>
              <a:pPr>
                <a:defRPr/>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rtlCol="0">
            <a:normAutofit/>
          </a:bodyPr>
          <a:lstStyle/>
          <a:p>
            <a:pPr eaLnBrk="1" fontAlgn="auto" hangingPunct="1">
              <a:spcAft>
                <a:spcPts val="0"/>
              </a:spcAft>
              <a:buFont typeface="Arial" pitchFamily="34" charset="0"/>
              <a:buNone/>
              <a:defRPr/>
            </a:pPr>
            <a:r>
              <a:rPr lang="en-US" dirty="0" smtClean="0"/>
              <a:t>Part 6</a:t>
            </a:r>
          </a:p>
          <a:p>
            <a:pPr eaLnBrk="1" fontAlgn="auto" hangingPunct="1">
              <a:spcAft>
                <a:spcPts val="0"/>
              </a:spcAft>
              <a:buFont typeface="Arial" pitchFamily="34" charset="0"/>
              <a:buNone/>
              <a:defRPr/>
            </a:pPr>
            <a:r>
              <a:rPr lang="en-US" dirty="0" smtClean="0"/>
              <a:t>Output Images for Print</a:t>
            </a:r>
          </a:p>
        </p:txBody>
      </p:sp>
      <p:sp>
        <p:nvSpPr>
          <p:cNvPr id="4" name="Slide Number Placeholder 3"/>
          <p:cNvSpPr>
            <a:spLocks noGrp="1"/>
          </p:cNvSpPr>
          <p:nvPr>
            <p:ph type="sldNum" sz="quarter" idx="12"/>
          </p:nvPr>
        </p:nvSpPr>
        <p:spPr/>
        <p:txBody>
          <a:bodyPr/>
          <a:lstStyle/>
          <a:p>
            <a:pPr>
              <a:defRPr/>
            </a:pPr>
            <a:fld id="{D23542E5-98B9-4706-9DDE-E471C2787B85}" type="slidenum">
              <a:rPr lang="en-US" smtClean="0"/>
              <a:pPr>
                <a:defRPr/>
              </a:pPr>
              <a:t>23</a:t>
            </a:fld>
            <a:endParaRPr lang="en-US"/>
          </a:p>
        </p:txBody>
      </p:sp>
      <p:sp>
        <p:nvSpPr>
          <p:cNvPr id="6" name="Title 1"/>
          <p:cNvSpPr>
            <a:spLocks noGrp="1"/>
          </p:cNvSpPr>
          <p:nvPr>
            <p:ph type="ctrTitle"/>
          </p:nvPr>
        </p:nvSpPr>
        <p:spPr>
          <a:xfrm>
            <a:off x="533400" y="2130425"/>
            <a:ext cx="8001000" cy="1470025"/>
          </a:xfrm>
        </p:spPr>
        <p:txBody>
          <a:bodyPr>
            <a:normAutofit fontScale="90000"/>
          </a:bodyPr>
          <a:lstStyle/>
          <a:p>
            <a:pPr eaLnBrk="1" hangingPunct="1">
              <a:defRPr/>
            </a:pPr>
            <a:r>
              <a:rPr lang="en-US" dirty="0" smtClean="0"/>
              <a:t>Chapter 3</a:t>
            </a:r>
            <a:br>
              <a:rPr lang="en-US" dirty="0" smtClean="0"/>
            </a:br>
            <a:r>
              <a:rPr lang="en-US" dirty="0" smtClean="0"/>
              <a:t>Capturing and Editing Digital Images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dirty="0" smtClean="0"/>
              <a:t>In this lecture, you will learn:</a:t>
            </a:r>
          </a:p>
        </p:txBody>
      </p:sp>
      <p:sp>
        <p:nvSpPr>
          <p:cNvPr id="4099" name="Content Placeholder 2"/>
          <p:cNvSpPr>
            <a:spLocks noGrp="1"/>
          </p:cNvSpPr>
          <p:nvPr>
            <p:ph idx="1"/>
          </p:nvPr>
        </p:nvSpPr>
        <p:spPr/>
        <p:txBody>
          <a:bodyPr>
            <a:normAutofit fontScale="92500" lnSpcReduction="10000"/>
          </a:bodyPr>
          <a:lstStyle/>
          <a:p>
            <a:pPr eaLnBrk="1" hangingPunct="1">
              <a:buFont typeface="Arial" pitchFamily="34" charset="0"/>
              <a:buChar char="•"/>
              <a:defRPr/>
            </a:pPr>
            <a:r>
              <a:rPr lang="en-US" dirty="0" smtClean="0"/>
              <a:t>how to estimate the </a:t>
            </a:r>
            <a:r>
              <a:rPr lang="en-US" u="sng" dirty="0" smtClean="0"/>
              <a:t>print size </a:t>
            </a:r>
            <a:r>
              <a:rPr lang="en-US" dirty="0" smtClean="0"/>
              <a:t>based on the print resolution and the pixel dimensions of the image</a:t>
            </a:r>
          </a:p>
          <a:p>
            <a:pPr eaLnBrk="1" hangingPunct="1">
              <a:buFont typeface="Arial" pitchFamily="34" charset="0"/>
              <a:buChar char="•"/>
              <a:defRPr/>
            </a:pPr>
            <a:endParaRPr lang="en-US" dirty="0" smtClean="0"/>
          </a:p>
          <a:p>
            <a:pPr eaLnBrk="1" hangingPunct="1">
              <a:buFont typeface="Arial" pitchFamily="34" charset="0"/>
              <a:buChar char="•"/>
              <a:defRPr/>
            </a:pPr>
            <a:r>
              <a:rPr lang="en-US" dirty="0" smtClean="0"/>
              <a:t>how to estimate the </a:t>
            </a:r>
            <a:r>
              <a:rPr lang="en-US" u="sng" dirty="0" smtClean="0"/>
              <a:t>print resolution </a:t>
            </a:r>
            <a:r>
              <a:rPr lang="en-US" dirty="0" smtClean="0"/>
              <a:t>based on the print size and the pixel dimensions of the image</a:t>
            </a:r>
          </a:p>
          <a:p>
            <a:pPr eaLnBrk="1" hangingPunct="1">
              <a:buFont typeface="Arial" pitchFamily="34" charset="0"/>
              <a:buChar char="•"/>
              <a:defRPr/>
            </a:pPr>
            <a:endParaRPr lang="en-US" dirty="0" smtClean="0"/>
          </a:p>
          <a:p>
            <a:pPr eaLnBrk="1" hangingPunct="1">
              <a:buFont typeface="Arial" pitchFamily="34" charset="0"/>
              <a:buChar char="•"/>
              <a:defRPr/>
            </a:pPr>
            <a:r>
              <a:rPr lang="en-US" dirty="0" smtClean="0"/>
              <a:t>how to estimate the </a:t>
            </a:r>
            <a:r>
              <a:rPr lang="en-US" u="sng" dirty="0" smtClean="0"/>
              <a:t>pixel dimensions </a:t>
            </a:r>
            <a:r>
              <a:rPr lang="en-US" dirty="0" smtClean="0"/>
              <a:t>of the image based on the print size and the print resolution </a:t>
            </a:r>
          </a:p>
        </p:txBody>
      </p:sp>
      <p:sp>
        <p:nvSpPr>
          <p:cNvPr id="4" name="Slide Number Placeholder 3"/>
          <p:cNvSpPr>
            <a:spLocks noGrp="1"/>
          </p:cNvSpPr>
          <p:nvPr>
            <p:ph type="sldNum" sz="quarter" idx="12"/>
          </p:nvPr>
        </p:nvSpPr>
        <p:spPr/>
        <p:txBody>
          <a:bodyPr/>
          <a:lstStyle/>
          <a:p>
            <a:pPr>
              <a:defRPr/>
            </a:pPr>
            <a:fld id="{D91B22AE-F5AE-40AE-B01D-CA63B0F9602F}" type="slidenum">
              <a:rPr lang="en-US" smtClean="0"/>
              <a:pPr>
                <a:defRPr/>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le 1"/>
          <p:cNvSpPr>
            <a:spLocks noGrp="1"/>
          </p:cNvSpPr>
          <p:nvPr>
            <p:ph type="title"/>
          </p:nvPr>
        </p:nvSpPr>
        <p:spPr/>
        <p:txBody>
          <a:bodyPr/>
          <a:lstStyle/>
          <a:p>
            <a:r>
              <a:rPr lang="en-US" dirty="0" smtClean="0"/>
              <a:t>Print Size of an Image</a:t>
            </a:r>
          </a:p>
        </p:txBody>
      </p:sp>
      <p:sp>
        <p:nvSpPr>
          <p:cNvPr id="1028" name="Content Placeholder 9"/>
          <p:cNvSpPr>
            <a:spLocks noGrp="1"/>
          </p:cNvSpPr>
          <p:nvPr>
            <p:ph idx="1"/>
          </p:nvPr>
        </p:nvSpPr>
        <p:spPr>
          <a:xfrm>
            <a:off x="457200" y="3352800"/>
            <a:ext cx="8229600" cy="2773363"/>
          </a:xfrm>
        </p:spPr>
        <p:txBody>
          <a:bodyPr/>
          <a:lstStyle/>
          <a:p>
            <a:pPr>
              <a:buFont typeface="Arial" charset="0"/>
              <a:buNone/>
            </a:pPr>
            <a:r>
              <a:rPr lang="en-US" u="sng" dirty="0" smtClean="0"/>
              <a:t>Both</a:t>
            </a:r>
            <a:r>
              <a:rPr lang="en-US" dirty="0" smtClean="0"/>
              <a:t> the pixel dimensions of an image and the image resolution (</a:t>
            </a:r>
            <a:r>
              <a:rPr lang="en-US" dirty="0" err="1" smtClean="0"/>
              <a:t>ppi</a:t>
            </a:r>
            <a:r>
              <a:rPr lang="en-US" dirty="0" smtClean="0"/>
              <a:t>) affect the image’s print size.</a:t>
            </a:r>
          </a:p>
        </p:txBody>
      </p:sp>
      <p:sp>
        <p:nvSpPr>
          <p:cNvPr id="4" name="Slide Number Placeholder 3"/>
          <p:cNvSpPr>
            <a:spLocks noGrp="1"/>
          </p:cNvSpPr>
          <p:nvPr>
            <p:ph type="sldNum" sz="quarter" idx="12"/>
          </p:nvPr>
        </p:nvSpPr>
        <p:spPr/>
        <p:txBody>
          <a:bodyPr/>
          <a:lstStyle/>
          <a:p>
            <a:pPr>
              <a:defRPr/>
            </a:pPr>
            <a:fld id="{32B1138C-BF3B-4A98-BFFA-3DE3A533E50F}" type="slidenum">
              <a:rPr lang="en-US" smtClean="0"/>
              <a:pPr>
                <a:defRPr/>
              </a:pPr>
              <a:t>25</a:t>
            </a:fld>
            <a:endParaRPr lang="en-US"/>
          </a:p>
        </p:txBody>
      </p:sp>
      <p:sp>
        <p:nvSpPr>
          <p:cNvPr id="1030"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p>
        </p:txBody>
      </p:sp>
      <p:graphicFrame>
        <p:nvGraphicFramePr>
          <p:cNvPr id="1026" name="Object 5"/>
          <p:cNvGraphicFramePr>
            <a:graphicFrameLocks noChangeAspect="1"/>
          </p:cNvGraphicFramePr>
          <p:nvPr/>
        </p:nvGraphicFramePr>
        <p:xfrm>
          <a:off x="609600" y="1828800"/>
          <a:ext cx="7772400" cy="919163"/>
        </p:xfrm>
        <a:graphic>
          <a:graphicData uri="http://schemas.openxmlformats.org/presentationml/2006/ole">
            <p:oleObj spid="_x0000_s1026" name="Equation" r:id="rId4" imgW="3543120" imgH="419040" progId="Equation.3">
              <p:embed/>
            </p:oleObj>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smtClean="0"/>
              <a:t>Print Size of an Image</a:t>
            </a:r>
          </a:p>
        </p:txBody>
      </p:sp>
      <p:sp>
        <p:nvSpPr>
          <p:cNvPr id="3" name="Content Placeholder 2"/>
          <p:cNvSpPr>
            <a:spLocks noGrp="1"/>
          </p:cNvSpPr>
          <p:nvPr>
            <p:ph idx="1"/>
          </p:nvPr>
        </p:nvSpPr>
        <p:spPr/>
        <p:txBody>
          <a:bodyPr>
            <a:normAutofit fontScale="92500" lnSpcReduction="20000"/>
          </a:bodyPr>
          <a:lstStyle/>
          <a:p>
            <a:pPr>
              <a:buFont typeface="Arial" pitchFamily="34" charset="0"/>
              <a:buNone/>
              <a:defRPr/>
            </a:pPr>
            <a:r>
              <a:rPr lang="en-US" u="sng" smtClean="0"/>
              <a:t>Both</a:t>
            </a:r>
            <a:r>
              <a:rPr lang="en-US" smtClean="0"/>
              <a:t> the pixel dimensions of an image </a:t>
            </a:r>
            <a:r>
              <a:rPr lang="en-US" u="sng" smtClean="0"/>
              <a:t>and</a:t>
            </a:r>
            <a:r>
              <a:rPr lang="en-US" smtClean="0"/>
              <a:t> the image resolution (ppi) affect the image’s print size.</a:t>
            </a:r>
          </a:p>
          <a:p>
            <a:pPr>
              <a:buFont typeface="Arial" pitchFamily="34" charset="0"/>
              <a:buNone/>
              <a:defRPr/>
            </a:pPr>
            <a:endParaRPr lang="en-US" smtClean="0"/>
          </a:p>
          <a:p>
            <a:pPr>
              <a:buFont typeface="Arial" pitchFamily="34" charset="0"/>
              <a:buNone/>
              <a:defRPr/>
            </a:pPr>
            <a:r>
              <a:rPr lang="en-US" smtClean="0"/>
              <a:t>What this means that you can't determine the print size if you:</a:t>
            </a:r>
          </a:p>
          <a:p>
            <a:pPr>
              <a:buFont typeface="Arial" pitchFamily="34" charset="0"/>
              <a:buChar char="•"/>
              <a:defRPr/>
            </a:pPr>
            <a:r>
              <a:rPr lang="en-US" smtClean="0"/>
              <a:t>only know the pixel dimensions of an image without the print resolution (ppi)</a:t>
            </a:r>
          </a:p>
          <a:p>
            <a:pPr>
              <a:buFont typeface="Arial" pitchFamily="34" charset="0"/>
              <a:buChar char="•"/>
              <a:defRPr/>
            </a:pPr>
            <a:r>
              <a:rPr lang="en-US" smtClean="0"/>
              <a:t>only know the print resolution (ppi) without the pixel dimensions of an image</a:t>
            </a:r>
          </a:p>
        </p:txBody>
      </p:sp>
      <p:sp>
        <p:nvSpPr>
          <p:cNvPr id="4" name="Slide Number Placeholder 3"/>
          <p:cNvSpPr>
            <a:spLocks noGrp="1"/>
          </p:cNvSpPr>
          <p:nvPr>
            <p:ph type="sldNum" sz="quarter" idx="12"/>
          </p:nvPr>
        </p:nvSpPr>
        <p:spPr/>
        <p:txBody>
          <a:bodyPr/>
          <a:lstStyle/>
          <a:p>
            <a:pPr>
              <a:defRPr/>
            </a:pPr>
            <a:fld id="{E4ACA922-9D5A-4564-B578-5BFCB64AB00C}" type="slidenum">
              <a:rPr lang="en-US" smtClean="0"/>
              <a:pPr>
                <a:defRPr/>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defRPr/>
            </a:pPr>
            <a:r>
              <a:rPr lang="en-US" smtClean="0"/>
              <a:t>To better understand the equation, let's look at 3 scenarios and plug in some numbers.</a:t>
            </a:r>
            <a:endParaRPr lang="en-US"/>
          </a:p>
        </p:txBody>
      </p:sp>
      <p:sp>
        <p:nvSpPr>
          <p:cNvPr id="4" name="Slide Number Placeholder 3"/>
          <p:cNvSpPr>
            <a:spLocks noGrp="1"/>
          </p:cNvSpPr>
          <p:nvPr>
            <p:ph type="sldNum" sz="quarter" idx="12"/>
          </p:nvPr>
        </p:nvSpPr>
        <p:spPr/>
        <p:txBody>
          <a:bodyPr/>
          <a:lstStyle/>
          <a:p>
            <a:pPr>
              <a:defRPr/>
            </a:pPr>
            <a:fld id="{7A10F444-F4BC-45FC-915F-4AE4B728CD49}" type="slidenum">
              <a:rPr lang="en-US" smtClean="0"/>
              <a:pPr>
                <a:defRPr/>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normAutofit fontScale="90000"/>
          </a:bodyPr>
          <a:lstStyle/>
          <a:p>
            <a:r>
              <a:rPr lang="en-US" sz="3600" smtClean="0"/>
              <a:t>Scenario 1:</a:t>
            </a:r>
            <a:br>
              <a:rPr lang="en-US" sz="3600" smtClean="0"/>
            </a:br>
            <a:r>
              <a:rPr lang="en-US" sz="3600" smtClean="0"/>
              <a:t>Maintaining the Print Dimensions</a:t>
            </a:r>
          </a:p>
        </p:txBody>
      </p:sp>
      <p:sp>
        <p:nvSpPr>
          <p:cNvPr id="8195" name="Content Placeholder 2"/>
          <p:cNvSpPr>
            <a:spLocks noGrp="1"/>
          </p:cNvSpPr>
          <p:nvPr>
            <p:ph idx="1"/>
          </p:nvPr>
        </p:nvSpPr>
        <p:spPr/>
        <p:txBody>
          <a:bodyPr/>
          <a:lstStyle/>
          <a:p>
            <a:pPr>
              <a:buFont typeface="Arial" charset="0"/>
              <a:buNone/>
            </a:pPr>
            <a:r>
              <a:rPr lang="en-US" smtClean="0"/>
              <a:t>To make an 8" x 4.5" print</a:t>
            </a:r>
          </a:p>
          <a:p>
            <a:pPr>
              <a:buFont typeface="Arial" charset="0"/>
              <a:buNone/>
            </a:pPr>
            <a:endParaRPr lang="en-US" smtClean="0"/>
          </a:p>
          <a:p>
            <a:pPr>
              <a:buFont typeface="Arial" charset="0"/>
              <a:buNone/>
            </a:pPr>
            <a:endParaRPr lang="en-US" smtClean="0"/>
          </a:p>
        </p:txBody>
      </p:sp>
      <p:sp>
        <p:nvSpPr>
          <p:cNvPr id="4" name="Slide Number Placeholder 3"/>
          <p:cNvSpPr>
            <a:spLocks noGrp="1"/>
          </p:cNvSpPr>
          <p:nvPr>
            <p:ph type="sldNum" sz="quarter" idx="12"/>
          </p:nvPr>
        </p:nvSpPr>
        <p:spPr/>
        <p:txBody>
          <a:bodyPr/>
          <a:lstStyle/>
          <a:p>
            <a:pPr>
              <a:defRPr/>
            </a:pPr>
            <a:fld id="{67E73CEC-E225-4243-B61C-1CD13AE61289}" type="slidenum">
              <a:rPr lang="en-US" smtClean="0"/>
              <a:pPr>
                <a:defRPr/>
              </a:pPr>
              <a:t>28</a:t>
            </a:fld>
            <a:endParaRPr lang="en-US"/>
          </a:p>
        </p:txBody>
      </p:sp>
      <p:graphicFrame>
        <p:nvGraphicFramePr>
          <p:cNvPr id="6" name="Table 5"/>
          <p:cNvGraphicFramePr>
            <a:graphicFrameLocks noGrp="1"/>
          </p:cNvGraphicFramePr>
          <p:nvPr/>
        </p:nvGraphicFramePr>
        <p:xfrm>
          <a:off x="1524000" y="2438400"/>
          <a:ext cx="6327162" cy="2291080"/>
        </p:xfrm>
        <a:graphic>
          <a:graphicData uri="http://schemas.openxmlformats.org/drawingml/2006/table">
            <a:tbl>
              <a:tblPr firstRow="1" bandRow="1">
                <a:tableStyleId>{5C22544A-7EE6-4342-B048-85BDC9FD1C3A}</a:tableStyleId>
              </a:tblPr>
              <a:tblGrid>
                <a:gridCol w="2250694"/>
                <a:gridCol w="4076468"/>
              </a:tblGrid>
              <a:tr h="370840">
                <a:tc>
                  <a:txBody>
                    <a:bodyPr/>
                    <a:lstStyle/>
                    <a:p>
                      <a:pPr algn="ctr"/>
                      <a:r>
                        <a:rPr lang="en-US" smtClean="0"/>
                        <a:t>Print Resolution</a:t>
                      </a:r>
                      <a:r>
                        <a:rPr lang="en-US" baseline="0" smtClean="0"/>
                        <a:t> (ppi)</a:t>
                      </a:r>
                      <a:endParaRPr lang="en-US"/>
                    </a:p>
                  </a:txBody>
                  <a:tcPr/>
                </a:tc>
                <a:tc>
                  <a:txBody>
                    <a:bodyPr/>
                    <a:lstStyle/>
                    <a:p>
                      <a:pPr algn="ctr"/>
                      <a:r>
                        <a:rPr lang="en-US" smtClean="0"/>
                        <a:t>Required</a:t>
                      </a:r>
                      <a:r>
                        <a:rPr lang="en-US" baseline="0" smtClean="0"/>
                        <a:t> Pixel Dimensions</a:t>
                      </a:r>
                      <a:endParaRPr lang="en-US"/>
                    </a:p>
                  </a:txBody>
                  <a:tcPr/>
                </a:tc>
              </a:tr>
              <a:tr h="370840">
                <a:tc>
                  <a:txBody>
                    <a:bodyPr/>
                    <a:lstStyle/>
                    <a:p>
                      <a:r>
                        <a:rPr lang="en-US" smtClean="0"/>
                        <a:t>100 ppi</a:t>
                      </a:r>
                      <a:endParaRPr lang="en-US"/>
                    </a:p>
                  </a:txBody>
                  <a:tcPr/>
                </a:tc>
                <a:tc>
                  <a:txBody>
                    <a:bodyPr/>
                    <a:lstStyle/>
                    <a:p>
                      <a:r>
                        <a:rPr lang="en-US" smtClean="0"/>
                        <a:t>width  = 8" </a:t>
                      </a:r>
                      <a:r>
                        <a:rPr lang="en-US" smtClean="0">
                          <a:sym typeface="Symbol"/>
                        </a:rPr>
                        <a:t> 100 ppi </a:t>
                      </a:r>
                      <a:r>
                        <a:rPr lang="en-US" baseline="0" smtClean="0">
                          <a:sym typeface="Symbol"/>
                        </a:rPr>
                        <a:t>   </a:t>
                      </a:r>
                      <a:r>
                        <a:rPr lang="en-US" smtClean="0">
                          <a:sym typeface="Symbol"/>
                        </a:rPr>
                        <a:t>= 800 pixels</a:t>
                      </a:r>
                      <a:endParaRPr lang="en-US" smtClean="0"/>
                    </a:p>
                    <a:p>
                      <a:r>
                        <a:rPr lang="en-US" smtClean="0"/>
                        <a:t>height = 4.5" </a:t>
                      </a:r>
                      <a:r>
                        <a:rPr lang="en-US" smtClean="0">
                          <a:sym typeface="Symbol"/>
                        </a:rPr>
                        <a:t> 100 ppi = 450 pixels</a:t>
                      </a:r>
                      <a:endParaRPr lang="en-US"/>
                    </a:p>
                  </a:txBody>
                  <a:tcPr/>
                </a:tc>
              </a:tr>
              <a:tr h="370840">
                <a:tc>
                  <a:txBody>
                    <a:bodyPr/>
                    <a:lstStyle/>
                    <a:p>
                      <a:r>
                        <a:rPr lang="en-US" smtClean="0"/>
                        <a:t>200 ppi</a:t>
                      </a:r>
                      <a:endParaRPr lang="en-US"/>
                    </a:p>
                  </a:txBody>
                  <a:tcPr/>
                </a:tc>
                <a:tc>
                  <a:txBody>
                    <a:bodyPr/>
                    <a:lstStyle/>
                    <a:p>
                      <a:r>
                        <a:rPr lang="en-US" smtClean="0"/>
                        <a:t>width  = 8" </a:t>
                      </a:r>
                      <a:r>
                        <a:rPr lang="en-US" smtClean="0">
                          <a:sym typeface="Symbol"/>
                        </a:rPr>
                        <a:t> 200 ppi    = 1600 pixels</a:t>
                      </a:r>
                      <a:endParaRPr lang="en-US" smtClean="0"/>
                    </a:p>
                    <a:p>
                      <a:r>
                        <a:rPr lang="en-US" smtClean="0"/>
                        <a:t>height = 4.5" </a:t>
                      </a:r>
                      <a:r>
                        <a:rPr lang="en-US" smtClean="0">
                          <a:sym typeface="Symbol"/>
                        </a:rPr>
                        <a:t> 200 ppi = 900 pixels</a:t>
                      </a:r>
                      <a:endParaRPr lang="en-US"/>
                    </a:p>
                  </a:txBody>
                  <a:tcPr/>
                </a:tc>
              </a:tr>
              <a:tr h="370840">
                <a:tc>
                  <a:txBody>
                    <a:bodyPr/>
                    <a:lstStyle/>
                    <a:p>
                      <a:r>
                        <a:rPr lang="en-US" smtClean="0"/>
                        <a:t>300 ppi</a:t>
                      </a:r>
                      <a:endParaRPr lang="en-US"/>
                    </a:p>
                  </a:txBody>
                  <a:tcPr/>
                </a:tc>
                <a:tc>
                  <a:txBody>
                    <a:bodyPr/>
                    <a:lstStyle/>
                    <a:p>
                      <a:r>
                        <a:rPr lang="en-US" smtClean="0"/>
                        <a:t>width  = 8" </a:t>
                      </a:r>
                      <a:r>
                        <a:rPr lang="en-US" smtClean="0">
                          <a:sym typeface="Symbol"/>
                        </a:rPr>
                        <a:t> 300 ppi    = 2400 pixels</a:t>
                      </a:r>
                      <a:endParaRPr lang="en-US" smtClean="0"/>
                    </a:p>
                    <a:p>
                      <a:r>
                        <a:rPr lang="en-US" smtClean="0"/>
                        <a:t>height = 4.5" </a:t>
                      </a:r>
                      <a:r>
                        <a:rPr lang="en-US" smtClean="0">
                          <a:sym typeface="Symbol"/>
                        </a:rPr>
                        <a:t> 300 ppi = 1350 pixels</a:t>
                      </a:r>
                      <a:endParaRPr lang="en-US"/>
                    </a:p>
                  </a:txBody>
                  <a:tcPr/>
                </a:tc>
              </a:tr>
            </a:tbl>
          </a:graphicData>
        </a:graphic>
      </p:graphicFrame>
      <p:sp>
        <p:nvSpPr>
          <p:cNvPr id="8214" name="TextBox 6"/>
          <p:cNvSpPr txBox="1">
            <a:spLocks noChangeArrowheads="1"/>
          </p:cNvSpPr>
          <p:nvPr/>
        </p:nvSpPr>
        <p:spPr bwMode="auto">
          <a:xfrm>
            <a:off x="485775" y="5410200"/>
            <a:ext cx="8199438" cy="369888"/>
          </a:xfrm>
          <a:prstGeom prst="rect">
            <a:avLst/>
          </a:prstGeom>
          <a:noFill/>
          <a:ln w="9525">
            <a:noFill/>
            <a:miter lim="800000"/>
            <a:headEnd/>
            <a:tailEnd/>
          </a:ln>
        </p:spPr>
        <p:txBody>
          <a:bodyPr wrap="none">
            <a:spAutoFit/>
          </a:bodyPr>
          <a:lstStyle/>
          <a:p>
            <a:pPr algn="ctr"/>
            <a:r>
              <a:rPr lang="en-US"/>
              <a:t>With a </a:t>
            </a:r>
            <a:r>
              <a:rPr lang="en-US" u="sng"/>
              <a:t>fixed print size</a:t>
            </a:r>
            <a:r>
              <a:rPr lang="en-US"/>
              <a:t>, you need </a:t>
            </a:r>
            <a:r>
              <a:rPr lang="en-US" u="sng"/>
              <a:t>larger pixel dimensions </a:t>
            </a:r>
            <a:r>
              <a:rPr lang="en-US"/>
              <a:t>with a </a:t>
            </a:r>
            <a:r>
              <a:rPr lang="en-US" u="sng"/>
              <a:t>higher print ppi</a:t>
            </a:r>
            <a:r>
              <a:rPr lang="en-US"/>
              <a:t>.</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normAutofit fontScale="90000"/>
          </a:bodyPr>
          <a:lstStyle/>
          <a:p>
            <a:r>
              <a:rPr lang="en-US" sz="3600" smtClean="0"/>
              <a:t>Scenario 2:</a:t>
            </a:r>
            <a:br>
              <a:rPr lang="en-US" sz="3600" smtClean="0"/>
            </a:br>
            <a:r>
              <a:rPr lang="en-US" sz="3600" smtClean="0"/>
              <a:t>Maintaining the Pixel Dimensions</a:t>
            </a:r>
          </a:p>
        </p:txBody>
      </p:sp>
      <p:sp>
        <p:nvSpPr>
          <p:cNvPr id="9219" name="Content Placeholder 2"/>
          <p:cNvSpPr>
            <a:spLocks noGrp="1"/>
          </p:cNvSpPr>
          <p:nvPr>
            <p:ph idx="1"/>
          </p:nvPr>
        </p:nvSpPr>
        <p:spPr/>
        <p:txBody>
          <a:bodyPr/>
          <a:lstStyle/>
          <a:p>
            <a:pPr>
              <a:buFont typeface="Arial" charset="0"/>
              <a:buNone/>
            </a:pPr>
            <a:r>
              <a:rPr lang="en-US" smtClean="0"/>
              <a:t>For an image of 1600 x 900 pixels</a:t>
            </a:r>
          </a:p>
          <a:p>
            <a:pPr>
              <a:buFont typeface="Arial" charset="0"/>
              <a:buNone/>
            </a:pPr>
            <a:endParaRPr lang="en-US" smtClean="0"/>
          </a:p>
          <a:p>
            <a:pPr>
              <a:buFont typeface="Arial" charset="0"/>
              <a:buNone/>
            </a:pPr>
            <a:endParaRPr lang="en-US" smtClean="0"/>
          </a:p>
        </p:txBody>
      </p:sp>
      <p:sp>
        <p:nvSpPr>
          <p:cNvPr id="4" name="Slide Number Placeholder 3"/>
          <p:cNvSpPr>
            <a:spLocks noGrp="1"/>
          </p:cNvSpPr>
          <p:nvPr>
            <p:ph type="sldNum" sz="quarter" idx="12"/>
          </p:nvPr>
        </p:nvSpPr>
        <p:spPr/>
        <p:txBody>
          <a:bodyPr/>
          <a:lstStyle/>
          <a:p>
            <a:pPr>
              <a:defRPr/>
            </a:pPr>
            <a:fld id="{C5065C3F-C81D-47AF-96BD-E8F7CE71F775}" type="slidenum">
              <a:rPr lang="en-US" smtClean="0"/>
              <a:pPr>
                <a:defRPr/>
              </a:pPr>
              <a:t>29</a:t>
            </a:fld>
            <a:endParaRPr lang="en-US"/>
          </a:p>
        </p:txBody>
      </p:sp>
      <p:graphicFrame>
        <p:nvGraphicFramePr>
          <p:cNvPr id="6" name="Table 5"/>
          <p:cNvGraphicFramePr>
            <a:graphicFrameLocks noGrp="1"/>
          </p:cNvGraphicFramePr>
          <p:nvPr/>
        </p:nvGraphicFramePr>
        <p:xfrm>
          <a:off x="1524000" y="2438400"/>
          <a:ext cx="6327162" cy="2291080"/>
        </p:xfrm>
        <a:graphic>
          <a:graphicData uri="http://schemas.openxmlformats.org/drawingml/2006/table">
            <a:tbl>
              <a:tblPr firstRow="1" bandRow="1">
                <a:tableStyleId>{5C22544A-7EE6-4342-B048-85BDC9FD1C3A}</a:tableStyleId>
              </a:tblPr>
              <a:tblGrid>
                <a:gridCol w="2250694"/>
                <a:gridCol w="4076468"/>
              </a:tblGrid>
              <a:tr h="370840">
                <a:tc>
                  <a:txBody>
                    <a:bodyPr/>
                    <a:lstStyle/>
                    <a:p>
                      <a:pPr algn="ctr"/>
                      <a:r>
                        <a:rPr lang="en-US" smtClean="0"/>
                        <a:t>Print Resolution</a:t>
                      </a:r>
                      <a:r>
                        <a:rPr lang="en-US" baseline="0" smtClean="0"/>
                        <a:t> (ppi)</a:t>
                      </a:r>
                      <a:endParaRPr lang="en-US"/>
                    </a:p>
                  </a:txBody>
                  <a:tcPr/>
                </a:tc>
                <a:tc>
                  <a:txBody>
                    <a:bodyPr/>
                    <a:lstStyle/>
                    <a:p>
                      <a:pPr algn="ctr"/>
                      <a:r>
                        <a:rPr lang="en-US" smtClean="0"/>
                        <a:t>Resulted</a:t>
                      </a:r>
                      <a:r>
                        <a:rPr lang="en-US" baseline="0" smtClean="0"/>
                        <a:t> Print Size</a:t>
                      </a:r>
                      <a:endParaRPr lang="en-US"/>
                    </a:p>
                  </a:txBody>
                  <a:tcPr/>
                </a:tc>
              </a:tr>
              <a:tr h="370840">
                <a:tc>
                  <a:txBody>
                    <a:bodyPr/>
                    <a:lstStyle/>
                    <a:p>
                      <a:r>
                        <a:rPr lang="en-US" smtClean="0"/>
                        <a:t>100 ppi</a:t>
                      </a:r>
                      <a:endParaRPr lang="en-US"/>
                    </a:p>
                  </a:txBody>
                  <a:tcPr/>
                </a:tc>
                <a:tc>
                  <a:txBody>
                    <a:bodyPr/>
                    <a:lstStyle/>
                    <a:p>
                      <a:r>
                        <a:rPr lang="en-US" smtClean="0"/>
                        <a:t>width  = 1600 pixels / 100 ppi = 16"</a:t>
                      </a:r>
                    </a:p>
                    <a:p>
                      <a:r>
                        <a:rPr lang="en-US" smtClean="0"/>
                        <a:t>height = 900 pixels / 100 ppi   = 9"</a:t>
                      </a:r>
                      <a:endParaRPr lang="en-US"/>
                    </a:p>
                  </a:txBody>
                  <a:tcPr/>
                </a:tc>
              </a:tr>
              <a:tr h="370840">
                <a:tc>
                  <a:txBody>
                    <a:bodyPr/>
                    <a:lstStyle/>
                    <a:p>
                      <a:r>
                        <a:rPr lang="en-US" smtClean="0"/>
                        <a:t>200 ppi</a:t>
                      </a:r>
                      <a:endParaRPr lang="en-US"/>
                    </a:p>
                  </a:txBody>
                  <a:tcPr/>
                </a:tc>
                <a:tc>
                  <a:txBody>
                    <a:bodyPr/>
                    <a:lstStyle/>
                    <a:p>
                      <a:r>
                        <a:rPr lang="en-US" smtClean="0"/>
                        <a:t>width  = 1600 pixels / 200 ppi = 8"</a:t>
                      </a:r>
                    </a:p>
                    <a:p>
                      <a:r>
                        <a:rPr lang="en-US" smtClean="0"/>
                        <a:t>height = 900 pixels / 200 ppi   = 4.5"</a:t>
                      </a:r>
                    </a:p>
                  </a:txBody>
                  <a:tcPr/>
                </a:tc>
              </a:tr>
              <a:tr h="370840">
                <a:tc>
                  <a:txBody>
                    <a:bodyPr/>
                    <a:lstStyle/>
                    <a:p>
                      <a:r>
                        <a:rPr lang="en-US" smtClean="0"/>
                        <a:t>300 ppi</a:t>
                      </a:r>
                      <a:endParaRPr lang="en-US"/>
                    </a:p>
                  </a:txBody>
                  <a:tcPr/>
                </a:tc>
                <a:tc>
                  <a:txBody>
                    <a:bodyPr/>
                    <a:lstStyle/>
                    <a:p>
                      <a:r>
                        <a:rPr lang="en-US" smtClean="0"/>
                        <a:t>width  = 1600 pixels / 300 ppi = 5.3"</a:t>
                      </a:r>
                    </a:p>
                    <a:p>
                      <a:r>
                        <a:rPr lang="en-US" smtClean="0"/>
                        <a:t>height = 900 pixels / 300 ppi   = 3"</a:t>
                      </a:r>
                    </a:p>
                  </a:txBody>
                  <a:tcPr/>
                </a:tc>
              </a:tr>
            </a:tbl>
          </a:graphicData>
        </a:graphic>
      </p:graphicFrame>
      <p:sp>
        <p:nvSpPr>
          <p:cNvPr id="9238" name="TextBox 6"/>
          <p:cNvSpPr txBox="1">
            <a:spLocks noChangeArrowheads="1"/>
          </p:cNvSpPr>
          <p:nvPr/>
        </p:nvSpPr>
        <p:spPr bwMode="auto">
          <a:xfrm>
            <a:off x="741363" y="5410200"/>
            <a:ext cx="7686675" cy="369888"/>
          </a:xfrm>
          <a:prstGeom prst="rect">
            <a:avLst/>
          </a:prstGeom>
          <a:noFill/>
          <a:ln w="9525">
            <a:noFill/>
            <a:miter lim="800000"/>
            <a:headEnd/>
            <a:tailEnd/>
          </a:ln>
        </p:spPr>
        <p:txBody>
          <a:bodyPr wrap="none">
            <a:spAutoFit/>
          </a:bodyPr>
          <a:lstStyle/>
          <a:p>
            <a:pPr algn="ctr"/>
            <a:r>
              <a:rPr lang="en-US"/>
              <a:t>With </a:t>
            </a:r>
            <a:r>
              <a:rPr lang="en-US" u="sng"/>
              <a:t>fixed pixel dimensions</a:t>
            </a:r>
            <a:r>
              <a:rPr lang="en-US"/>
              <a:t>, you get a </a:t>
            </a:r>
            <a:r>
              <a:rPr lang="en-US" u="sng"/>
              <a:t>smaller print </a:t>
            </a:r>
            <a:r>
              <a:rPr lang="en-US"/>
              <a:t>with a </a:t>
            </a:r>
            <a:r>
              <a:rPr lang="en-US" u="sng"/>
              <a:t>higher print ppi</a:t>
            </a:r>
            <a:r>
              <a:rPr lang="en-US"/>
              <a:t>.</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normAutofit fontScale="90000"/>
          </a:bodyPr>
          <a:lstStyle/>
          <a:p>
            <a:r>
              <a:rPr lang="en-US" sz="3600" smtClean="0"/>
              <a:t>Scenario 3:</a:t>
            </a:r>
            <a:br>
              <a:rPr lang="en-US" sz="3600" smtClean="0"/>
            </a:br>
            <a:r>
              <a:rPr lang="en-US" sz="3600" smtClean="0"/>
              <a:t>Maintaining the Print PPI</a:t>
            </a:r>
          </a:p>
        </p:txBody>
      </p:sp>
      <p:sp>
        <p:nvSpPr>
          <p:cNvPr id="10243" name="Content Placeholder 2"/>
          <p:cNvSpPr>
            <a:spLocks noGrp="1"/>
          </p:cNvSpPr>
          <p:nvPr>
            <p:ph idx="1"/>
          </p:nvPr>
        </p:nvSpPr>
        <p:spPr/>
        <p:txBody>
          <a:bodyPr/>
          <a:lstStyle/>
          <a:p>
            <a:pPr>
              <a:buFont typeface="Arial" charset="0"/>
              <a:buNone/>
            </a:pPr>
            <a:r>
              <a:rPr lang="en-US" smtClean="0"/>
              <a:t>Suppose the print resolution is kept at 300 ppi</a:t>
            </a:r>
          </a:p>
          <a:p>
            <a:pPr>
              <a:buFont typeface="Arial" charset="0"/>
              <a:buNone/>
            </a:pPr>
            <a:endParaRPr lang="en-US" smtClean="0"/>
          </a:p>
          <a:p>
            <a:pPr>
              <a:buFont typeface="Arial" charset="0"/>
              <a:buNone/>
            </a:pPr>
            <a:endParaRPr lang="en-US" smtClean="0"/>
          </a:p>
        </p:txBody>
      </p:sp>
      <p:sp>
        <p:nvSpPr>
          <p:cNvPr id="4" name="Slide Number Placeholder 3"/>
          <p:cNvSpPr>
            <a:spLocks noGrp="1"/>
          </p:cNvSpPr>
          <p:nvPr>
            <p:ph type="sldNum" sz="quarter" idx="12"/>
          </p:nvPr>
        </p:nvSpPr>
        <p:spPr/>
        <p:txBody>
          <a:bodyPr/>
          <a:lstStyle/>
          <a:p>
            <a:pPr>
              <a:defRPr/>
            </a:pPr>
            <a:fld id="{6C39637A-3B30-40CA-8864-72BD0C9EEAC4}" type="slidenum">
              <a:rPr lang="en-US" smtClean="0"/>
              <a:pPr>
                <a:defRPr/>
              </a:pPr>
              <a:t>30</a:t>
            </a:fld>
            <a:endParaRPr lang="en-US"/>
          </a:p>
        </p:txBody>
      </p:sp>
      <p:graphicFrame>
        <p:nvGraphicFramePr>
          <p:cNvPr id="6" name="Table 5"/>
          <p:cNvGraphicFramePr>
            <a:graphicFrameLocks noGrp="1"/>
          </p:cNvGraphicFramePr>
          <p:nvPr/>
        </p:nvGraphicFramePr>
        <p:xfrm>
          <a:off x="1524000" y="2438400"/>
          <a:ext cx="6327162" cy="2291080"/>
        </p:xfrm>
        <a:graphic>
          <a:graphicData uri="http://schemas.openxmlformats.org/drawingml/2006/table">
            <a:tbl>
              <a:tblPr firstRow="1" bandRow="1">
                <a:tableStyleId>{5C22544A-7EE6-4342-B048-85BDC9FD1C3A}</a:tableStyleId>
              </a:tblPr>
              <a:tblGrid>
                <a:gridCol w="2250694"/>
                <a:gridCol w="4076468"/>
              </a:tblGrid>
              <a:tr h="370840">
                <a:tc>
                  <a:txBody>
                    <a:bodyPr/>
                    <a:lstStyle/>
                    <a:p>
                      <a:pPr algn="ctr"/>
                      <a:r>
                        <a:rPr lang="en-US" baseline="0" smtClean="0"/>
                        <a:t>Print Size</a:t>
                      </a:r>
                      <a:endParaRPr lang="en-US"/>
                    </a:p>
                  </a:txBody>
                  <a:tcPr/>
                </a:tc>
                <a:tc>
                  <a:txBody>
                    <a:bodyPr/>
                    <a:lstStyle/>
                    <a:p>
                      <a:pPr algn="ctr"/>
                      <a:r>
                        <a:rPr lang="en-US" smtClean="0"/>
                        <a:t>Required</a:t>
                      </a:r>
                      <a:r>
                        <a:rPr lang="en-US" baseline="0" smtClean="0"/>
                        <a:t> Pixel Dimensions</a:t>
                      </a:r>
                      <a:endParaRPr lang="en-US"/>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5.3" </a:t>
                      </a:r>
                      <a:r>
                        <a:rPr lang="en-US" smtClean="0">
                          <a:sym typeface="Symbol"/>
                        </a:rPr>
                        <a:t></a:t>
                      </a:r>
                      <a:r>
                        <a:rPr lang="en-US" smtClean="0"/>
                        <a:t> 3"</a:t>
                      </a:r>
                    </a:p>
                  </a:txBody>
                  <a:tcPr/>
                </a:tc>
                <a:tc>
                  <a:txBody>
                    <a:bodyPr/>
                    <a:lstStyle/>
                    <a:p>
                      <a:r>
                        <a:rPr lang="en-US" smtClean="0"/>
                        <a:t>width  = 5.3" </a:t>
                      </a:r>
                      <a:r>
                        <a:rPr lang="en-US" smtClean="0">
                          <a:sym typeface="Symbol"/>
                        </a:rPr>
                        <a:t> 3</a:t>
                      </a:r>
                      <a:r>
                        <a:rPr lang="en-US" smtClean="0"/>
                        <a:t>00 ppi   = 1600</a:t>
                      </a:r>
                      <a:r>
                        <a:rPr lang="en-US" baseline="0" smtClean="0"/>
                        <a:t> pixels</a:t>
                      </a:r>
                      <a:endParaRPr lang="en-US" smtClean="0"/>
                    </a:p>
                    <a:p>
                      <a:r>
                        <a:rPr lang="en-US" smtClean="0"/>
                        <a:t>height = 3" </a:t>
                      </a:r>
                      <a:r>
                        <a:rPr lang="en-US" smtClean="0">
                          <a:sym typeface="Symbol"/>
                        </a:rPr>
                        <a:t> 3</a:t>
                      </a:r>
                      <a:r>
                        <a:rPr lang="en-US" smtClean="0"/>
                        <a:t>00 ppi      = 900</a:t>
                      </a:r>
                      <a:r>
                        <a:rPr lang="en-US" baseline="0" smtClean="0"/>
                        <a:t> pixels</a:t>
                      </a:r>
                      <a:endParaRPr lang="en-US"/>
                    </a:p>
                  </a:txBody>
                  <a:tcPr/>
                </a:tc>
              </a:tr>
              <a:tr h="370840">
                <a:tc>
                  <a:txBody>
                    <a:bodyPr/>
                    <a:lstStyle/>
                    <a:p>
                      <a:r>
                        <a:rPr lang="en-US" smtClean="0"/>
                        <a:t>8" </a:t>
                      </a:r>
                      <a:r>
                        <a:rPr lang="en-US" smtClean="0">
                          <a:sym typeface="Symbol"/>
                        </a:rPr>
                        <a:t></a:t>
                      </a:r>
                      <a:r>
                        <a:rPr lang="en-US" smtClean="0"/>
                        <a:t> 4.5"</a:t>
                      </a:r>
                      <a:endParaRPr lang="en-US"/>
                    </a:p>
                  </a:txBody>
                  <a:tcPr/>
                </a:tc>
                <a:tc>
                  <a:txBody>
                    <a:bodyPr/>
                    <a:lstStyle/>
                    <a:p>
                      <a:r>
                        <a:rPr lang="en-US" smtClean="0"/>
                        <a:t>width  = 8" </a:t>
                      </a:r>
                      <a:r>
                        <a:rPr lang="en-US" smtClean="0">
                          <a:sym typeface="Symbol"/>
                        </a:rPr>
                        <a:t> 3</a:t>
                      </a:r>
                      <a:r>
                        <a:rPr lang="en-US" smtClean="0"/>
                        <a:t>00 ppi      = 2400</a:t>
                      </a:r>
                      <a:r>
                        <a:rPr lang="en-US" baseline="0" smtClean="0"/>
                        <a:t> pixels</a:t>
                      </a:r>
                      <a:endParaRPr lang="en-US" smtClean="0"/>
                    </a:p>
                    <a:p>
                      <a:r>
                        <a:rPr lang="en-US" smtClean="0"/>
                        <a:t>height = 4.5" </a:t>
                      </a:r>
                      <a:r>
                        <a:rPr lang="en-US" smtClean="0">
                          <a:sym typeface="Symbol"/>
                        </a:rPr>
                        <a:t> 3</a:t>
                      </a:r>
                      <a:r>
                        <a:rPr lang="en-US" smtClean="0"/>
                        <a:t>00 ppi   = 1350</a:t>
                      </a:r>
                      <a:r>
                        <a:rPr lang="en-US" baseline="0" smtClean="0"/>
                        <a:t> pixels</a:t>
                      </a:r>
                      <a:endParaRPr lang="en-US"/>
                    </a:p>
                  </a:txBody>
                  <a:tcPr/>
                </a:tc>
              </a:tr>
              <a:tr h="370840">
                <a:tc>
                  <a:txBody>
                    <a:bodyPr/>
                    <a:lstStyle/>
                    <a:p>
                      <a:r>
                        <a:rPr lang="en-US" smtClean="0"/>
                        <a:t>16" </a:t>
                      </a:r>
                      <a:r>
                        <a:rPr lang="en-US" smtClean="0">
                          <a:sym typeface="Symbol"/>
                        </a:rPr>
                        <a:t></a:t>
                      </a:r>
                      <a:r>
                        <a:rPr lang="en-US" smtClean="0"/>
                        <a:t> 9"</a:t>
                      </a:r>
                      <a:endParaRPr lang="en-US"/>
                    </a:p>
                  </a:txBody>
                  <a:tcPr/>
                </a:tc>
                <a:tc>
                  <a:txBody>
                    <a:bodyPr/>
                    <a:lstStyle/>
                    <a:p>
                      <a:r>
                        <a:rPr lang="en-US" smtClean="0"/>
                        <a:t>width  = 16" </a:t>
                      </a:r>
                      <a:r>
                        <a:rPr lang="en-US" smtClean="0">
                          <a:sym typeface="Symbol"/>
                        </a:rPr>
                        <a:t> 3</a:t>
                      </a:r>
                      <a:r>
                        <a:rPr lang="en-US" smtClean="0"/>
                        <a:t>00 ppi    = 4800</a:t>
                      </a:r>
                      <a:r>
                        <a:rPr lang="en-US" baseline="0" smtClean="0"/>
                        <a:t> pixels</a:t>
                      </a:r>
                      <a:endParaRPr lang="en-US" smtClean="0"/>
                    </a:p>
                    <a:p>
                      <a:r>
                        <a:rPr lang="en-US" smtClean="0"/>
                        <a:t>height = 9" </a:t>
                      </a:r>
                      <a:r>
                        <a:rPr lang="en-US" smtClean="0">
                          <a:sym typeface="Symbol"/>
                        </a:rPr>
                        <a:t> 3</a:t>
                      </a:r>
                      <a:r>
                        <a:rPr lang="en-US" smtClean="0"/>
                        <a:t>00 ppi      = 2700</a:t>
                      </a:r>
                      <a:r>
                        <a:rPr lang="en-US" baseline="0" smtClean="0"/>
                        <a:t> pixels</a:t>
                      </a:r>
                      <a:endParaRPr lang="en-US"/>
                    </a:p>
                  </a:txBody>
                  <a:tcPr/>
                </a:tc>
              </a:tr>
            </a:tbl>
          </a:graphicData>
        </a:graphic>
      </p:graphicFrame>
      <p:sp>
        <p:nvSpPr>
          <p:cNvPr id="10262" name="TextBox 6"/>
          <p:cNvSpPr txBox="1">
            <a:spLocks noChangeArrowheads="1"/>
          </p:cNvSpPr>
          <p:nvPr/>
        </p:nvSpPr>
        <p:spPr bwMode="auto">
          <a:xfrm>
            <a:off x="819150" y="5410200"/>
            <a:ext cx="7532688" cy="369888"/>
          </a:xfrm>
          <a:prstGeom prst="rect">
            <a:avLst/>
          </a:prstGeom>
          <a:noFill/>
          <a:ln w="9525">
            <a:noFill/>
            <a:miter lim="800000"/>
            <a:headEnd/>
            <a:tailEnd/>
          </a:ln>
        </p:spPr>
        <p:txBody>
          <a:bodyPr wrap="none">
            <a:spAutoFit/>
          </a:bodyPr>
          <a:lstStyle/>
          <a:p>
            <a:pPr algn="ctr"/>
            <a:r>
              <a:rPr lang="en-US"/>
              <a:t>With a </a:t>
            </a:r>
            <a:r>
              <a:rPr lang="en-US" u="sng"/>
              <a:t>fixed print ppi</a:t>
            </a:r>
            <a:r>
              <a:rPr lang="en-US"/>
              <a:t>, you need </a:t>
            </a:r>
            <a:r>
              <a:rPr lang="en-US" u="sng"/>
              <a:t>larger pixel dimensions </a:t>
            </a:r>
            <a:r>
              <a:rPr lang="en-US"/>
              <a:t>for a </a:t>
            </a:r>
            <a:r>
              <a:rPr lang="en-US" u="sng"/>
              <a:t>larger print</a:t>
            </a:r>
            <a:r>
              <a:rPr lang="en-US"/>
              <a:t>.</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ctrTitle"/>
          </p:nvPr>
        </p:nvSpPr>
        <p:spPr/>
        <p:txBody>
          <a:bodyPr>
            <a:normAutofit fontScale="90000"/>
          </a:bodyPr>
          <a:lstStyle/>
          <a:p>
            <a:r>
              <a:rPr lang="en-US" sz="3200" smtClean="0"/>
              <a:t>So, how are these scenarios translated into the settings used in an image-editing program?</a:t>
            </a:r>
          </a:p>
        </p:txBody>
      </p:sp>
      <p:sp>
        <p:nvSpPr>
          <p:cNvPr id="4" name="Slide Number Placeholder 3"/>
          <p:cNvSpPr>
            <a:spLocks noGrp="1"/>
          </p:cNvSpPr>
          <p:nvPr>
            <p:ph type="sldNum" sz="quarter" idx="12"/>
          </p:nvPr>
        </p:nvSpPr>
        <p:spPr/>
        <p:txBody>
          <a:bodyPr/>
          <a:lstStyle/>
          <a:p>
            <a:pPr>
              <a:defRPr/>
            </a:pPr>
            <a:fld id="{58F350BE-F4A4-4FEC-9E05-457F2C00CBC3}" type="slidenum">
              <a:rPr lang="en-US" smtClean="0"/>
              <a:pPr>
                <a:defRPr/>
              </a:pPr>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8" descr="updated-fig-15a-sc-pscs5-new-image-size-resample-no.tif"/>
          <p:cNvPicPr>
            <a:picLocks noChangeAspect="1"/>
          </p:cNvPicPr>
          <p:nvPr/>
        </p:nvPicPr>
        <p:blipFill>
          <a:blip r:embed="rId2"/>
          <a:srcRect/>
          <a:stretch>
            <a:fillRect/>
          </a:stretch>
        </p:blipFill>
        <p:spPr bwMode="auto">
          <a:xfrm>
            <a:off x="2438400" y="2438400"/>
            <a:ext cx="4648200" cy="4230688"/>
          </a:xfrm>
          <a:prstGeom prst="rect">
            <a:avLst/>
          </a:prstGeom>
          <a:noFill/>
          <a:ln w="9525">
            <a:noFill/>
            <a:miter lim="800000"/>
            <a:headEnd/>
            <a:tailEnd/>
          </a:ln>
        </p:spPr>
      </p:pic>
      <p:sp>
        <p:nvSpPr>
          <p:cNvPr id="12291" name="Title 1"/>
          <p:cNvSpPr>
            <a:spLocks noGrp="1"/>
          </p:cNvSpPr>
          <p:nvPr>
            <p:ph type="title"/>
          </p:nvPr>
        </p:nvSpPr>
        <p:spPr/>
        <p:txBody>
          <a:bodyPr/>
          <a:lstStyle/>
          <a:p>
            <a:r>
              <a:rPr lang="en-US" sz="2800" smtClean="0"/>
              <a:t>Adjust Output Resolution or Print Size in Photoshop:</a:t>
            </a:r>
            <a:br>
              <a:rPr lang="en-US" sz="2800" smtClean="0"/>
            </a:br>
            <a:r>
              <a:rPr lang="en-US" sz="2800" smtClean="0"/>
              <a:t>Image &gt; Image Size...</a:t>
            </a:r>
          </a:p>
        </p:txBody>
      </p:sp>
      <p:sp>
        <p:nvSpPr>
          <p:cNvPr id="4" name="Slide Number Placeholder 3"/>
          <p:cNvSpPr>
            <a:spLocks noGrp="1"/>
          </p:cNvSpPr>
          <p:nvPr>
            <p:ph type="sldNum" sz="quarter" idx="12"/>
          </p:nvPr>
        </p:nvSpPr>
        <p:spPr/>
        <p:txBody>
          <a:bodyPr/>
          <a:lstStyle/>
          <a:p>
            <a:pPr>
              <a:defRPr/>
            </a:pPr>
            <a:fld id="{751A6B30-D97C-41E3-A32F-9338548EE818}" type="slidenum">
              <a:rPr lang="en-US" smtClean="0"/>
              <a:pPr>
                <a:defRPr/>
              </a:pPr>
              <a:t>32</a:t>
            </a:fld>
            <a:endParaRPr lang="en-US"/>
          </a:p>
        </p:txBody>
      </p:sp>
      <p:sp>
        <p:nvSpPr>
          <p:cNvPr id="12293" name="TextBox 5"/>
          <p:cNvSpPr txBox="1">
            <a:spLocks noChangeArrowheads="1"/>
          </p:cNvSpPr>
          <p:nvPr/>
        </p:nvSpPr>
        <p:spPr bwMode="auto">
          <a:xfrm>
            <a:off x="457200" y="1779588"/>
            <a:ext cx="4305300" cy="646112"/>
          </a:xfrm>
          <a:prstGeom prst="rect">
            <a:avLst/>
          </a:prstGeom>
          <a:noFill/>
          <a:ln w="9525">
            <a:noFill/>
            <a:miter lim="800000"/>
            <a:headEnd/>
            <a:tailEnd/>
          </a:ln>
        </p:spPr>
        <p:txBody>
          <a:bodyPr wrap="none">
            <a:spAutoFit/>
          </a:bodyPr>
          <a:lstStyle/>
          <a:p>
            <a:r>
              <a:rPr lang="en-US">
                <a:solidFill>
                  <a:schemeClr val="accent1"/>
                </a:solidFill>
              </a:rPr>
              <a:t>Scenario 2: Fixed pixel dimensions</a:t>
            </a:r>
          </a:p>
          <a:p>
            <a:r>
              <a:rPr lang="en-US"/>
              <a:t>You cannot change the pixel dimensions</a:t>
            </a:r>
          </a:p>
        </p:txBody>
      </p:sp>
      <p:cxnSp>
        <p:nvCxnSpPr>
          <p:cNvPr id="10" name="Shape 9"/>
          <p:cNvCxnSpPr/>
          <p:nvPr/>
        </p:nvCxnSpPr>
        <p:spPr>
          <a:xfrm>
            <a:off x="1371600" y="2565400"/>
            <a:ext cx="1219200" cy="863600"/>
          </a:xfrm>
          <a:prstGeom prst="bentConnector3">
            <a:avLst>
              <a:gd name="adj1" fmla="val -1190"/>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5" name="Left Bracket 14"/>
          <p:cNvSpPr/>
          <p:nvPr/>
        </p:nvSpPr>
        <p:spPr>
          <a:xfrm>
            <a:off x="2667000" y="3200400"/>
            <a:ext cx="152400" cy="457200"/>
          </a:xfrm>
          <a:prstGeom prst="leftBracket">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7" descr="updated-fig-15b-sc-pscs5-new-image-size-resample.tif"/>
          <p:cNvPicPr>
            <a:picLocks noChangeAspect="1"/>
          </p:cNvPicPr>
          <p:nvPr/>
        </p:nvPicPr>
        <p:blipFill>
          <a:blip r:embed="rId2"/>
          <a:srcRect/>
          <a:stretch>
            <a:fillRect/>
          </a:stretch>
        </p:blipFill>
        <p:spPr bwMode="auto">
          <a:xfrm>
            <a:off x="2438400" y="2438400"/>
            <a:ext cx="4648200" cy="4230688"/>
          </a:xfrm>
          <a:prstGeom prst="rect">
            <a:avLst/>
          </a:prstGeom>
          <a:noFill/>
          <a:ln w="9525">
            <a:noFill/>
            <a:miter lim="800000"/>
            <a:headEnd/>
            <a:tailEnd/>
          </a:ln>
        </p:spPr>
      </p:pic>
      <p:sp>
        <p:nvSpPr>
          <p:cNvPr id="13315" name="Title 1"/>
          <p:cNvSpPr>
            <a:spLocks noGrp="1"/>
          </p:cNvSpPr>
          <p:nvPr>
            <p:ph type="title"/>
          </p:nvPr>
        </p:nvSpPr>
        <p:spPr/>
        <p:txBody>
          <a:bodyPr/>
          <a:lstStyle/>
          <a:p>
            <a:r>
              <a:rPr lang="en-US" sz="2800" smtClean="0"/>
              <a:t>Adjust Output Resolution or Print Size in Photoshop:</a:t>
            </a:r>
            <a:br>
              <a:rPr lang="en-US" sz="2800" smtClean="0"/>
            </a:br>
            <a:r>
              <a:rPr lang="en-US" sz="2800" smtClean="0"/>
              <a:t>Image &gt; Image Size...</a:t>
            </a:r>
          </a:p>
        </p:txBody>
      </p:sp>
      <p:sp>
        <p:nvSpPr>
          <p:cNvPr id="4" name="Slide Number Placeholder 3"/>
          <p:cNvSpPr>
            <a:spLocks noGrp="1"/>
          </p:cNvSpPr>
          <p:nvPr>
            <p:ph type="sldNum" sz="quarter" idx="12"/>
          </p:nvPr>
        </p:nvSpPr>
        <p:spPr/>
        <p:txBody>
          <a:bodyPr/>
          <a:lstStyle/>
          <a:p>
            <a:pPr>
              <a:defRPr/>
            </a:pPr>
            <a:fld id="{F90FA8FA-78BF-4CBD-9A5B-5D7353C75436}" type="slidenum">
              <a:rPr lang="en-US" smtClean="0"/>
              <a:pPr>
                <a:defRPr/>
              </a:pPr>
              <a:t>33</a:t>
            </a:fld>
            <a:endParaRPr lang="en-US"/>
          </a:p>
        </p:txBody>
      </p:sp>
      <p:sp>
        <p:nvSpPr>
          <p:cNvPr id="13317" name="TextBox 5"/>
          <p:cNvSpPr txBox="1">
            <a:spLocks noChangeArrowheads="1"/>
          </p:cNvSpPr>
          <p:nvPr/>
        </p:nvSpPr>
        <p:spPr bwMode="auto">
          <a:xfrm>
            <a:off x="457200" y="1447800"/>
            <a:ext cx="6858000" cy="923925"/>
          </a:xfrm>
          <a:prstGeom prst="rect">
            <a:avLst/>
          </a:prstGeom>
          <a:noFill/>
          <a:ln w="9525">
            <a:noFill/>
            <a:miter lim="800000"/>
            <a:headEnd/>
            <a:tailEnd/>
          </a:ln>
        </p:spPr>
        <p:txBody>
          <a:bodyPr>
            <a:spAutoFit/>
          </a:bodyPr>
          <a:lstStyle/>
          <a:p>
            <a:r>
              <a:rPr lang="en-US">
                <a:solidFill>
                  <a:schemeClr val="accent1"/>
                </a:solidFill>
              </a:rPr>
              <a:t>Scenario 1: Fixed Print Size</a:t>
            </a:r>
          </a:p>
          <a:p>
            <a:r>
              <a:rPr lang="en-US"/>
              <a:t>If you change the Resolution, the Pixel Dimensions will be updated automatically while keeping the print size fixed.</a:t>
            </a:r>
          </a:p>
        </p:txBody>
      </p:sp>
      <p:cxnSp>
        <p:nvCxnSpPr>
          <p:cNvPr id="18" name="Shape 9"/>
          <p:cNvCxnSpPr/>
          <p:nvPr/>
        </p:nvCxnSpPr>
        <p:spPr>
          <a:xfrm>
            <a:off x="1357313" y="4192588"/>
            <a:ext cx="1233487" cy="989012"/>
          </a:xfrm>
          <a:prstGeom prst="bentConnector3">
            <a:avLst>
              <a:gd name="adj1" fmla="val -1414"/>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flipH="1" flipV="1">
            <a:off x="428625" y="3352800"/>
            <a:ext cx="1828800"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11" descr="updated-fig-15b-sc-pscs5-new-image-size-resample.tif"/>
          <p:cNvPicPr>
            <a:picLocks noChangeAspect="1"/>
          </p:cNvPicPr>
          <p:nvPr/>
        </p:nvPicPr>
        <p:blipFill>
          <a:blip r:embed="rId2"/>
          <a:srcRect/>
          <a:stretch>
            <a:fillRect/>
          </a:stretch>
        </p:blipFill>
        <p:spPr bwMode="auto">
          <a:xfrm>
            <a:off x="2438400" y="2438400"/>
            <a:ext cx="4648200" cy="4230688"/>
          </a:xfrm>
          <a:prstGeom prst="rect">
            <a:avLst/>
          </a:prstGeom>
          <a:noFill/>
          <a:ln w="9525">
            <a:noFill/>
            <a:miter lim="800000"/>
            <a:headEnd/>
            <a:tailEnd/>
          </a:ln>
        </p:spPr>
      </p:pic>
      <p:sp>
        <p:nvSpPr>
          <p:cNvPr id="14339" name="Title 1"/>
          <p:cNvSpPr>
            <a:spLocks noGrp="1"/>
          </p:cNvSpPr>
          <p:nvPr>
            <p:ph type="title"/>
          </p:nvPr>
        </p:nvSpPr>
        <p:spPr/>
        <p:txBody>
          <a:bodyPr/>
          <a:lstStyle/>
          <a:p>
            <a:r>
              <a:rPr lang="en-US" sz="2800" smtClean="0"/>
              <a:t>Adjust Output Resolution or Print Size in Photoshop:</a:t>
            </a:r>
            <a:br>
              <a:rPr lang="en-US" sz="2800" smtClean="0"/>
            </a:br>
            <a:r>
              <a:rPr lang="en-US" sz="2800" smtClean="0"/>
              <a:t>Image &gt; Image Size...</a:t>
            </a:r>
          </a:p>
        </p:txBody>
      </p:sp>
      <p:sp>
        <p:nvSpPr>
          <p:cNvPr id="4" name="Slide Number Placeholder 3"/>
          <p:cNvSpPr>
            <a:spLocks noGrp="1"/>
          </p:cNvSpPr>
          <p:nvPr>
            <p:ph type="sldNum" sz="quarter" idx="12"/>
          </p:nvPr>
        </p:nvSpPr>
        <p:spPr/>
        <p:txBody>
          <a:bodyPr/>
          <a:lstStyle/>
          <a:p>
            <a:pPr>
              <a:defRPr/>
            </a:pPr>
            <a:fld id="{3CEDED62-5D59-404F-80B3-FB2F848E0A93}" type="slidenum">
              <a:rPr lang="en-US" smtClean="0"/>
              <a:pPr>
                <a:defRPr/>
              </a:pPr>
              <a:t>34</a:t>
            </a:fld>
            <a:endParaRPr lang="en-US"/>
          </a:p>
        </p:txBody>
      </p:sp>
      <p:sp>
        <p:nvSpPr>
          <p:cNvPr id="14341" name="TextBox 5"/>
          <p:cNvSpPr txBox="1">
            <a:spLocks noChangeArrowheads="1"/>
          </p:cNvSpPr>
          <p:nvPr/>
        </p:nvSpPr>
        <p:spPr bwMode="auto">
          <a:xfrm>
            <a:off x="457200" y="1447800"/>
            <a:ext cx="6858000" cy="923925"/>
          </a:xfrm>
          <a:prstGeom prst="rect">
            <a:avLst/>
          </a:prstGeom>
          <a:noFill/>
          <a:ln w="9525">
            <a:noFill/>
            <a:miter lim="800000"/>
            <a:headEnd/>
            <a:tailEnd/>
          </a:ln>
        </p:spPr>
        <p:txBody>
          <a:bodyPr>
            <a:spAutoFit/>
          </a:bodyPr>
          <a:lstStyle/>
          <a:p>
            <a:r>
              <a:rPr lang="en-US">
                <a:solidFill>
                  <a:schemeClr val="accent1"/>
                </a:solidFill>
              </a:rPr>
              <a:t>Scenario 3: Fixed Print Resolution (PPI)</a:t>
            </a:r>
          </a:p>
          <a:p>
            <a:r>
              <a:rPr lang="en-US"/>
              <a:t>If you change the Pixel Dimensions or Document Size, the other will be updated automatically while keeping the Resolution fixed.</a:t>
            </a:r>
          </a:p>
        </p:txBody>
      </p:sp>
      <p:cxnSp>
        <p:nvCxnSpPr>
          <p:cNvPr id="10" name="Shape 9"/>
          <p:cNvCxnSpPr/>
          <p:nvPr/>
        </p:nvCxnSpPr>
        <p:spPr>
          <a:xfrm>
            <a:off x="1371600" y="2565400"/>
            <a:ext cx="1219200" cy="863600"/>
          </a:xfrm>
          <a:prstGeom prst="bentConnector3">
            <a:avLst>
              <a:gd name="adj1" fmla="val -1190"/>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8" name="Shape 9"/>
          <p:cNvCxnSpPr/>
          <p:nvPr/>
        </p:nvCxnSpPr>
        <p:spPr>
          <a:xfrm>
            <a:off x="1357313" y="3657600"/>
            <a:ext cx="1233487" cy="990600"/>
          </a:xfrm>
          <a:prstGeom prst="bentConnector3">
            <a:avLst>
              <a:gd name="adj1" fmla="val -218"/>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flipH="1" flipV="1">
            <a:off x="428625" y="3352800"/>
            <a:ext cx="18288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Left Bracket 8"/>
          <p:cNvSpPr/>
          <p:nvPr/>
        </p:nvSpPr>
        <p:spPr>
          <a:xfrm>
            <a:off x="2667000" y="3276600"/>
            <a:ext cx="152400" cy="457200"/>
          </a:xfrm>
          <a:prstGeom prst="leftBracket">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1" name="Left Bracket 10"/>
          <p:cNvSpPr/>
          <p:nvPr/>
        </p:nvSpPr>
        <p:spPr>
          <a:xfrm>
            <a:off x="2667000" y="4419600"/>
            <a:ext cx="152400" cy="457200"/>
          </a:xfrm>
          <a:prstGeom prst="leftBracket">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smtClean="0"/>
              <a:t>Resample Image</a:t>
            </a:r>
          </a:p>
        </p:txBody>
      </p:sp>
      <p:sp>
        <p:nvSpPr>
          <p:cNvPr id="15363" name="Content Placeholder 2"/>
          <p:cNvSpPr>
            <a:spLocks noGrp="1"/>
          </p:cNvSpPr>
          <p:nvPr>
            <p:ph idx="1"/>
          </p:nvPr>
        </p:nvSpPr>
        <p:spPr/>
        <p:txBody>
          <a:bodyPr/>
          <a:lstStyle/>
          <a:p>
            <a:pPr algn="l" rtl="0"/>
            <a:r>
              <a:rPr lang="en-US" dirty="0" smtClean="0"/>
              <a:t>With the Resample Image option on, the pixel dimensions can be varied.</a:t>
            </a:r>
          </a:p>
          <a:p>
            <a:pPr algn="l" rtl="0"/>
            <a:endParaRPr lang="en-US" dirty="0" smtClean="0"/>
          </a:p>
          <a:p>
            <a:pPr algn="l" rtl="0"/>
            <a:r>
              <a:rPr lang="en-US" dirty="0" smtClean="0"/>
              <a:t>Scaling the pixel dimensions of an image is referred to as </a:t>
            </a:r>
            <a:r>
              <a:rPr lang="en-US" dirty="0" err="1" smtClean="0"/>
              <a:t>resampling</a:t>
            </a:r>
            <a:r>
              <a:rPr lang="en-US" dirty="0" smtClean="0"/>
              <a:t> because the number of samples (pixels) is changed.</a:t>
            </a:r>
          </a:p>
        </p:txBody>
      </p:sp>
      <p:sp>
        <p:nvSpPr>
          <p:cNvPr id="4" name="Slide Number Placeholder 3"/>
          <p:cNvSpPr>
            <a:spLocks noGrp="1"/>
          </p:cNvSpPr>
          <p:nvPr>
            <p:ph type="sldNum" sz="quarter" idx="12"/>
          </p:nvPr>
        </p:nvSpPr>
        <p:spPr/>
        <p:txBody>
          <a:bodyPr/>
          <a:lstStyle/>
          <a:p>
            <a:pPr>
              <a:defRPr/>
            </a:pPr>
            <a:fld id="{F0F419B1-0403-41DB-8CFD-74B713C57EF1}" type="slidenum">
              <a:rPr lang="en-US" smtClean="0"/>
              <a:pPr>
                <a:defRPr/>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smtClean="0"/>
              <a:t>Effect of Resampling Image on Image Quality</a:t>
            </a:r>
            <a:endParaRPr lang="en-US"/>
          </a:p>
        </p:txBody>
      </p:sp>
      <p:sp>
        <p:nvSpPr>
          <p:cNvPr id="3" name="Content Placeholder 2"/>
          <p:cNvSpPr>
            <a:spLocks noGrp="1"/>
          </p:cNvSpPr>
          <p:nvPr>
            <p:ph idx="1"/>
          </p:nvPr>
        </p:nvSpPr>
        <p:spPr/>
        <p:txBody>
          <a:bodyPr>
            <a:normAutofit lnSpcReduction="10000"/>
          </a:bodyPr>
          <a:lstStyle/>
          <a:p>
            <a:pPr>
              <a:buFont typeface="Arial" pitchFamily="34" charset="0"/>
              <a:buChar char="•"/>
              <a:defRPr/>
            </a:pPr>
            <a:r>
              <a:rPr lang="en-US" smtClean="0"/>
              <a:t>Scaling an image usually deteriorates the image quality somewhat.</a:t>
            </a:r>
          </a:p>
          <a:p>
            <a:pPr>
              <a:buFont typeface="Arial" pitchFamily="34" charset="0"/>
              <a:buChar char="•"/>
              <a:defRPr/>
            </a:pPr>
            <a:endParaRPr lang="en-US" smtClean="0"/>
          </a:p>
          <a:p>
            <a:pPr>
              <a:buFont typeface="Arial" pitchFamily="34" charset="0"/>
              <a:buChar char="•"/>
              <a:defRPr/>
            </a:pPr>
            <a:r>
              <a:rPr lang="en-US" smtClean="0"/>
              <a:t>Scale down: You are removing pixels, i.e., the image will lose some details.</a:t>
            </a:r>
          </a:p>
          <a:p>
            <a:pPr>
              <a:buFont typeface="Arial" pitchFamily="34" charset="0"/>
              <a:buChar char="•"/>
              <a:defRPr/>
            </a:pPr>
            <a:endParaRPr lang="en-US" smtClean="0"/>
          </a:p>
          <a:p>
            <a:pPr>
              <a:buFont typeface="Arial" pitchFamily="34" charset="0"/>
              <a:buChar char="•"/>
              <a:defRPr/>
            </a:pPr>
            <a:r>
              <a:rPr lang="en-US" smtClean="0"/>
              <a:t>Scale up: Interpolation will be perform to fill in extra pixels. The resulted image will appear blurry.</a:t>
            </a:r>
            <a:endParaRPr lang="en-US"/>
          </a:p>
        </p:txBody>
      </p:sp>
      <p:sp>
        <p:nvSpPr>
          <p:cNvPr id="4" name="Slide Number Placeholder 3"/>
          <p:cNvSpPr>
            <a:spLocks noGrp="1"/>
          </p:cNvSpPr>
          <p:nvPr>
            <p:ph type="sldNum" sz="quarter" idx="12"/>
          </p:nvPr>
        </p:nvSpPr>
        <p:spPr/>
        <p:txBody>
          <a:bodyPr/>
          <a:lstStyle/>
          <a:p>
            <a:pPr>
              <a:defRPr/>
            </a:pPr>
            <a:fld id="{4D774561-5FA4-4CC7-90C3-537A75E37492}" type="slidenum">
              <a:rPr lang="en-US" smtClean="0"/>
              <a:pPr>
                <a:defRPr/>
              </a:pPr>
              <a:t>36</a:t>
            </a:fld>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defRPr/>
            </a:pPr>
            <a:r>
              <a:rPr lang="en-US" smtClean="0"/>
              <a:t>Print Resolution PPI </a:t>
            </a:r>
            <a:br>
              <a:rPr lang="en-US" smtClean="0"/>
            </a:br>
            <a:r>
              <a:rPr lang="en-US" smtClean="0"/>
              <a:t>vs. </a:t>
            </a:r>
            <a:br>
              <a:rPr lang="en-US" smtClean="0"/>
            </a:br>
            <a:r>
              <a:rPr lang="en-US" smtClean="0"/>
              <a:t>Printer Resolution DPI</a:t>
            </a:r>
            <a:endParaRPr lang="en-US"/>
          </a:p>
        </p:txBody>
      </p:sp>
      <p:sp>
        <p:nvSpPr>
          <p:cNvPr id="5" name="Subtitle 4"/>
          <p:cNvSpPr>
            <a:spLocks noGrp="1"/>
          </p:cNvSpPr>
          <p:nvPr>
            <p:ph type="subTitle" idx="1"/>
          </p:nvPr>
        </p:nvSpPr>
        <p:spPr>
          <a:xfrm>
            <a:off x="609600" y="3886200"/>
            <a:ext cx="7848600" cy="1752600"/>
          </a:xfrm>
        </p:spPr>
        <p:txBody>
          <a:bodyPr/>
          <a:lstStyle/>
          <a:p>
            <a:pPr>
              <a:buFont typeface="Arial" pitchFamily="34" charset="0"/>
              <a:buNone/>
              <a:defRPr/>
            </a:pPr>
            <a:r>
              <a:rPr lang="en-US" u="sng" smtClean="0"/>
              <a:t>Print</a:t>
            </a:r>
            <a:r>
              <a:rPr lang="en-US" smtClean="0"/>
              <a:t> Resolution </a:t>
            </a:r>
            <a:r>
              <a:rPr lang="en-US" u="sng" smtClean="0"/>
              <a:t>PPI</a:t>
            </a:r>
            <a:r>
              <a:rPr lang="en-US" smtClean="0"/>
              <a:t> </a:t>
            </a:r>
            <a:r>
              <a:rPr lang="en-US" smtClean="0">
                <a:solidFill>
                  <a:srgbClr val="FF0000"/>
                </a:solidFill>
                <a:sym typeface="Symbol"/>
              </a:rPr>
              <a:t></a:t>
            </a:r>
            <a:r>
              <a:rPr lang="en-US" smtClean="0"/>
              <a:t> </a:t>
            </a:r>
            <a:r>
              <a:rPr lang="en-US" u="sng" smtClean="0"/>
              <a:t>Printer</a:t>
            </a:r>
            <a:r>
              <a:rPr lang="en-US" smtClean="0"/>
              <a:t> Resolution </a:t>
            </a:r>
            <a:r>
              <a:rPr lang="en-US" u="sng" smtClean="0"/>
              <a:t>DPI</a:t>
            </a:r>
            <a:endParaRPr lang="en-US" u="sng"/>
          </a:p>
        </p:txBody>
      </p:sp>
      <p:sp>
        <p:nvSpPr>
          <p:cNvPr id="4" name="Slide Number Placeholder 3"/>
          <p:cNvSpPr>
            <a:spLocks noGrp="1"/>
          </p:cNvSpPr>
          <p:nvPr>
            <p:ph type="sldNum" sz="quarter" idx="12"/>
          </p:nvPr>
        </p:nvSpPr>
        <p:spPr/>
        <p:txBody>
          <a:bodyPr/>
          <a:lstStyle/>
          <a:p>
            <a:pPr>
              <a:defRPr/>
            </a:pPr>
            <a:fld id="{A222473C-A7C3-42B3-9B4E-AABAFED2B8FF}" type="slidenum">
              <a:rPr lang="en-US" smtClean="0"/>
              <a:pPr>
                <a:defRPr/>
              </a:pPr>
              <a:t>37</a:t>
            </a:fld>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mtClean="0"/>
              <a:t>Printer Resolution DPI</a:t>
            </a:r>
          </a:p>
        </p:txBody>
      </p:sp>
      <p:sp>
        <p:nvSpPr>
          <p:cNvPr id="3" name="Content Placeholder 2"/>
          <p:cNvSpPr>
            <a:spLocks noGrp="1"/>
          </p:cNvSpPr>
          <p:nvPr>
            <p:ph idx="1"/>
          </p:nvPr>
        </p:nvSpPr>
        <p:spPr/>
        <p:txBody>
          <a:bodyPr>
            <a:normAutofit fontScale="85000" lnSpcReduction="10000"/>
          </a:bodyPr>
          <a:lstStyle/>
          <a:p>
            <a:pPr algn="l" rtl="0">
              <a:buFont typeface="Arial" pitchFamily="34" charset="0"/>
              <a:buChar char="•"/>
              <a:defRPr/>
            </a:pPr>
            <a:r>
              <a:rPr lang="en-US" dirty="0" smtClean="0"/>
              <a:t>Number of ink dots per inch </a:t>
            </a:r>
          </a:p>
          <a:p>
            <a:pPr algn="l" rtl="0">
              <a:buFont typeface="Arial" pitchFamily="34" charset="0"/>
              <a:buChar char="•"/>
              <a:defRPr/>
            </a:pPr>
            <a:endParaRPr lang="en-US" dirty="0" smtClean="0"/>
          </a:p>
          <a:p>
            <a:pPr algn="l" rtl="0">
              <a:buFont typeface="Arial" pitchFamily="34" charset="0"/>
              <a:buChar char="•"/>
              <a:defRPr/>
            </a:pPr>
            <a:r>
              <a:rPr lang="en-US" dirty="0" smtClean="0"/>
              <a:t>Color inkjet printers produce a microscopic spray of ink which appears to be very tiny dots of ink. </a:t>
            </a:r>
          </a:p>
          <a:p>
            <a:pPr algn="l" rtl="0">
              <a:buFont typeface="Arial" pitchFamily="34" charset="0"/>
              <a:buChar char="•"/>
              <a:defRPr/>
            </a:pPr>
            <a:endParaRPr lang="en-US" dirty="0" smtClean="0"/>
          </a:p>
          <a:p>
            <a:pPr algn="l" rtl="0">
              <a:buFont typeface="Arial" pitchFamily="34" charset="0"/>
              <a:buChar char="•"/>
              <a:defRPr/>
            </a:pPr>
            <a:r>
              <a:rPr lang="en-US" dirty="0" smtClean="0"/>
              <a:t>These ink dots of different colors--but a limited number of colors--produce the required color by optical mixing. </a:t>
            </a:r>
          </a:p>
          <a:p>
            <a:pPr algn="l" rtl="0">
              <a:buFont typeface="Arial" pitchFamily="34" charset="0"/>
              <a:buChar char="•"/>
              <a:defRPr/>
            </a:pPr>
            <a:endParaRPr lang="en-US" dirty="0" smtClean="0"/>
          </a:p>
          <a:p>
            <a:pPr algn="l" rtl="0">
              <a:buFont typeface="Arial" pitchFamily="34" charset="0"/>
              <a:buChar char="•"/>
              <a:defRPr/>
            </a:pPr>
            <a:r>
              <a:rPr lang="en-US" dirty="0" smtClean="0"/>
              <a:t>The color of a single pixel of an image is represented by a group of printer dots.</a:t>
            </a:r>
            <a:endParaRPr lang="en-US" dirty="0"/>
          </a:p>
        </p:txBody>
      </p:sp>
      <p:sp>
        <p:nvSpPr>
          <p:cNvPr id="4" name="Slide Number Placeholder 3"/>
          <p:cNvSpPr>
            <a:spLocks noGrp="1"/>
          </p:cNvSpPr>
          <p:nvPr>
            <p:ph type="sldNum" sz="quarter" idx="12"/>
          </p:nvPr>
        </p:nvSpPr>
        <p:spPr/>
        <p:txBody>
          <a:bodyPr/>
          <a:lstStyle/>
          <a:p>
            <a:pPr>
              <a:defRPr/>
            </a:pPr>
            <a:fld id="{73C8AE48-F68F-44D1-A0BD-58B4C0B9C608}" type="slidenum">
              <a:rPr lang="en-US" smtClean="0"/>
              <a:pPr>
                <a:defRPr/>
              </a:pPr>
              <a:t>38</a:t>
            </a:fld>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smtClean="0"/>
              <a:t>Print PPI vs. Printer DPI</a:t>
            </a:r>
          </a:p>
        </p:txBody>
      </p:sp>
      <p:graphicFrame>
        <p:nvGraphicFramePr>
          <p:cNvPr id="5" name="Content Placeholder 4"/>
          <p:cNvGraphicFramePr>
            <a:graphicFrameLocks noGrp="1"/>
          </p:cNvGraphicFramePr>
          <p:nvPr>
            <p:ph idx="1"/>
          </p:nvPr>
        </p:nvGraphicFramePr>
        <p:xfrm>
          <a:off x="457200" y="1600200"/>
          <a:ext cx="8153399" cy="3022600"/>
        </p:xfrm>
        <a:graphic>
          <a:graphicData uri="http://schemas.openxmlformats.org/drawingml/2006/table">
            <a:tbl>
              <a:tblPr firstRow="1" bandRow="1">
                <a:tableStyleId>{5C22544A-7EE6-4342-B048-85BDC9FD1C3A}</a:tableStyleId>
              </a:tblPr>
              <a:tblGrid>
                <a:gridCol w="2449875"/>
                <a:gridCol w="2960325"/>
                <a:gridCol w="2743199"/>
              </a:tblGrid>
              <a:tr h="370840">
                <a:tc>
                  <a:txBody>
                    <a:bodyPr/>
                    <a:lstStyle/>
                    <a:p>
                      <a:endParaRPr lang="en-US"/>
                    </a:p>
                  </a:txBody>
                  <a:tcPr/>
                </a:tc>
                <a:tc>
                  <a:txBody>
                    <a:bodyPr/>
                    <a:lstStyle/>
                    <a:p>
                      <a:r>
                        <a:rPr lang="en-US" smtClean="0"/>
                        <a:t>Increasing</a:t>
                      </a:r>
                      <a:r>
                        <a:rPr lang="en-US" baseline="0" smtClean="0"/>
                        <a:t> Print PPI</a:t>
                      </a:r>
                      <a:endParaRPr lang="en-US"/>
                    </a:p>
                  </a:txBody>
                  <a:tcPr/>
                </a:tc>
                <a:tc>
                  <a:txBody>
                    <a:bodyPr/>
                    <a:lstStyle/>
                    <a:p>
                      <a:r>
                        <a:rPr lang="en-US" smtClean="0"/>
                        <a:t>Increasing</a:t>
                      </a:r>
                      <a:r>
                        <a:rPr lang="en-US" baseline="0" smtClean="0"/>
                        <a:t> Printer DPI</a:t>
                      </a:r>
                      <a:endParaRPr lang="en-US"/>
                    </a:p>
                  </a:txBody>
                  <a:tcPr/>
                </a:tc>
              </a:tr>
              <a:tr h="370840">
                <a:tc>
                  <a:txBody>
                    <a:bodyPr/>
                    <a:lstStyle/>
                    <a:p>
                      <a:r>
                        <a:rPr lang="en-US" smtClean="0"/>
                        <a:t>Effect</a:t>
                      </a:r>
                      <a:r>
                        <a:rPr lang="en-US" baseline="0" smtClean="0"/>
                        <a:t> on print size</a:t>
                      </a:r>
                      <a:endParaRPr lang="en-US"/>
                    </a:p>
                  </a:txBody>
                  <a:tcPr/>
                </a:tc>
                <a:tc>
                  <a:txBody>
                    <a:bodyPr/>
                    <a:lstStyle/>
                    <a:p>
                      <a:r>
                        <a:rPr lang="en-US" smtClean="0"/>
                        <a:t>Depending</a:t>
                      </a:r>
                      <a:r>
                        <a:rPr lang="en-US" baseline="0" smtClean="0"/>
                        <a:t> on the scenario, the print size may decrease or maintain the same.</a:t>
                      </a:r>
                      <a:endParaRPr lang="en-US"/>
                    </a:p>
                  </a:txBody>
                  <a:tcPr/>
                </a:tc>
                <a:tc>
                  <a:txBody>
                    <a:bodyPr/>
                    <a:lstStyle/>
                    <a:p>
                      <a:r>
                        <a:rPr lang="en-US" smtClean="0"/>
                        <a:t>No</a:t>
                      </a:r>
                      <a:endParaRPr lang="en-US"/>
                    </a:p>
                  </a:txBody>
                  <a:tcPr/>
                </a:tc>
              </a:tr>
              <a:tr h="370840">
                <a:tc>
                  <a:txBody>
                    <a:bodyPr/>
                    <a:lstStyle/>
                    <a:p>
                      <a:r>
                        <a:rPr lang="en-US" smtClean="0"/>
                        <a:t>Effect on image quality</a:t>
                      </a:r>
                      <a:endParaRPr lang="en-US"/>
                    </a:p>
                  </a:txBody>
                  <a:tcPr/>
                </a:tc>
                <a:tc>
                  <a:txBody>
                    <a:bodyPr/>
                    <a:lstStyle/>
                    <a:p>
                      <a:r>
                        <a:rPr lang="en-US" smtClean="0"/>
                        <a:t>No</a:t>
                      </a:r>
                      <a:endParaRPr lang="en-US"/>
                    </a:p>
                  </a:txBody>
                  <a:tcPr/>
                </a:tc>
                <a:tc>
                  <a:txBody>
                    <a:bodyPr/>
                    <a:lstStyle/>
                    <a:p>
                      <a:r>
                        <a:rPr lang="en-US" smtClean="0"/>
                        <a:t>The </a:t>
                      </a:r>
                      <a:r>
                        <a:rPr lang="en-US" u="sng" smtClean="0"/>
                        <a:t>color appears smoother</a:t>
                      </a:r>
                      <a:r>
                        <a:rPr lang="en-US" u="sng" baseline="0" smtClean="0"/>
                        <a:t> </a:t>
                      </a:r>
                      <a:r>
                        <a:rPr lang="en-US" baseline="0" smtClean="0"/>
                        <a:t>on the print. However, higher dpi uses </a:t>
                      </a:r>
                      <a:r>
                        <a:rPr lang="en-US" u="sng" baseline="0" smtClean="0"/>
                        <a:t>more ink </a:t>
                      </a:r>
                      <a:r>
                        <a:rPr lang="en-US" baseline="0" smtClean="0"/>
                        <a:t>and requires </a:t>
                      </a:r>
                      <a:r>
                        <a:rPr lang="en-US" u="sng" baseline="0" smtClean="0"/>
                        <a:t>longer time </a:t>
                      </a:r>
                      <a:r>
                        <a:rPr lang="en-US" baseline="0" smtClean="0"/>
                        <a:t>to complete the print job</a:t>
                      </a:r>
                      <a:endParaRPr lang="en-US"/>
                    </a:p>
                  </a:txBody>
                  <a:tcPr/>
                </a:tc>
              </a:tr>
            </a:tbl>
          </a:graphicData>
        </a:graphic>
      </p:graphicFrame>
      <p:sp>
        <p:nvSpPr>
          <p:cNvPr id="4" name="Slide Number Placeholder 3"/>
          <p:cNvSpPr>
            <a:spLocks noGrp="1"/>
          </p:cNvSpPr>
          <p:nvPr>
            <p:ph type="sldNum" sz="quarter" idx="12"/>
          </p:nvPr>
        </p:nvSpPr>
        <p:spPr/>
        <p:txBody>
          <a:bodyPr/>
          <a:lstStyle/>
          <a:p>
            <a:pPr>
              <a:defRPr/>
            </a:pPr>
            <a:fld id="{9EE1AD17-2DD1-4AEC-AC90-C205D5870A6B}" type="slidenum">
              <a:rPr lang="en-US" smtClean="0"/>
              <a:pPr>
                <a:defRPr/>
              </a:pPr>
              <a:t>39</a:t>
            </a:fld>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841500"/>
          </a:xfrm>
        </p:spPr>
        <p:txBody>
          <a:bodyPr>
            <a:noAutofit/>
          </a:bodyPr>
          <a:lstStyle/>
          <a:p>
            <a:pPr>
              <a:defRPr/>
            </a:pPr>
            <a:r>
              <a:rPr lang="en-US" sz="2000" b="0" cap="none" smtClean="0">
                <a:solidFill>
                  <a:schemeClr val="bg1">
                    <a:lumMod val="50000"/>
                  </a:schemeClr>
                </a:solidFill>
                <a:latin typeface="+mn-lt"/>
              </a:rPr>
              <a:t>An interactive demonstration on optical color mixing</a:t>
            </a:r>
            <a:endParaRPr lang="en-US" sz="2000" b="0" cap="none">
              <a:solidFill>
                <a:schemeClr val="bg1">
                  <a:lumMod val="50000"/>
                </a:schemeClr>
              </a:solidFill>
              <a:latin typeface="+mn-lt"/>
            </a:endParaRPr>
          </a:p>
        </p:txBody>
      </p:sp>
      <p:sp>
        <p:nvSpPr>
          <p:cNvPr id="3" name="Text Placeholder 2"/>
          <p:cNvSpPr>
            <a:spLocks noGrp="1"/>
          </p:cNvSpPr>
          <p:nvPr>
            <p:ph type="body" idx="1"/>
          </p:nvPr>
        </p:nvSpPr>
        <p:spPr/>
        <p:txBody>
          <a:bodyPr>
            <a:normAutofit fontScale="92500" lnSpcReduction="20000"/>
          </a:bodyPr>
          <a:lstStyle/>
          <a:p>
            <a:pPr>
              <a:defRPr/>
            </a:pPr>
            <a:r>
              <a:rPr lang="en-US" smtClean="0"/>
              <a:t> Also see the interactive tutorial:</a:t>
            </a:r>
          </a:p>
          <a:p>
            <a:pPr>
              <a:buFont typeface="Arial" pitchFamily="34" charset="0"/>
              <a:buNone/>
              <a:defRPr/>
            </a:pPr>
            <a:r>
              <a:rPr lang="en-US" sz="4000" cap="small" smtClean="0">
                <a:solidFill>
                  <a:schemeClr val="tx1"/>
                </a:solidFill>
                <a:latin typeface="+mj-lt"/>
              </a:rPr>
              <a:t>Optical Color Mixing in Pointillism,</a:t>
            </a:r>
          </a:p>
          <a:p>
            <a:pPr>
              <a:buFont typeface="Arial" pitchFamily="34" charset="0"/>
              <a:buNone/>
              <a:defRPr/>
            </a:pPr>
            <a:r>
              <a:rPr lang="en-US" sz="4000" cap="small" smtClean="0">
                <a:solidFill>
                  <a:schemeClr val="tx1"/>
                </a:solidFill>
                <a:latin typeface="+mj-lt"/>
              </a:rPr>
              <a:t>Dithering, and Inkjet Printing</a:t>
            </a:r>
            <a:endParaRPr lang="en-US" sz="4000" smtClean="0">
              <a:solidFill>
                <a:schemeClr val="tx1"/>
              </a:solidFill>
              <a:latin typeface="+mj-lt"/>
            </a:endParaRPr>
          </a:p>
        </p:txBody>
      </p:sp>
      <p:sp>
        <p:nvSpPr>
          <p:cNvPr id="4" name="Slide Number Placeholder 3"/>
          <p:cNvSpPr>
            <a:spLocks noGrp="1"/>
          </p:cNvSpPr>
          <p:nvPr>
            <p:ph type="sldNum" sz="quarter" idx="12"/>
          </p:nvPr>
        </p:nvSpPr>
        <p:spPr/>
        <p:txBody>
          <a:bodyPr/>
          <a:lstStyle/>
          <a:p>
            <a:pPr>
              <a:defRPr/>
            </a:pPr>
            <a:fld id="{DDF8E30A-E720-4AFF-969F-FFBF7A286031}" type="slidenum">
              <a:rPr lang="en-US" smtClean="0"/>
              <a:pPr>
                <a:defRPr/>
              </a:pPr>
              <a:t>40</a:t>
            </a:fld>
            <a:endParaRPr lang="en-US"/>
          </a:p>
        </p:txBody>
      </p:sp>
      <p:pic>
        <p:nvPicPr>
          <p:cNvPr id="20485" name="Picture 2" descr="C:\Users\ylwong\AppData\Local\Microsoft\Windows\Temporary Internet Files\Content.IE5\UFRBNK6B\MC900383840[1].wmf"/>
          <p:cNvPicPr>
            <a:picLocks noChangeAspect="1" noChangeArrowheads="1"/>
          </p:cNvPicPr>
          <p:nvPr/>
        </p:nvPicPr>
        <p:blipFill>
          <a:blip r:embed="rId2"/>
          <a:srcRect/>
          <a:stretch>
            <a:fillRect/>
          </a:stretch>
        </p:blipFill>
        <p:spPr bwMode="auto">
          <a:xfrm>
            <a:off x="4167188" y="1809750"/>
            <a:ext cx="809625" cy="9334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ctrTitle"/>
          </p:nvPr>
        </p:nvSpPr>
        <p:spPr/>
        <p:txBody>
          <a:bodyPr/>
          <a:lstStyle/>
          <a:p>
            <a:pPr eaLnBrk="1" hangingPunct="1"/>
            <a:r>
              <a:rPr lang="en-US" smtClean="0"/>
              <a:t>Review Questions</a:t>
            </a:r>
          </a:p>
        </p:txBody>
      </p:sp>
      <p:sp>
        <p:nvSpPr>
          <p:cNvPr id="3" name="Subtitle 2"/>
          <p:cNvSpPr>
            <a:spLocks noGrp="1"/>
          </p:cNvSpPr>
          <p:nvPr>
            <p:ph type="subTitle" idx="1"/>
          </p:nvPr>
        </p:nvSpPr>
        <p:spPr/>
        <p:txBody>
          <a:bodyPr>
            <a:normAutofit fontScale="70000" lnSpcReduction="20000"/>
          </a:bodyPr>
          <a:lstStyle/>
          <a:p>
            <a:pPr eaLnBrk="1" hangingPunct="1">
              <a:defRPr/>
            </a:pPr>
            <a:r>
              <a:rPr lang="en-US" smtClean="0"/>
              <a:t>Note to instructor: </a:t>
            </a:r>
          </a:p>
          <a:p>
            <a:pPr eaLnBrk="1" hangingPunct="1">
              <a:defRPr/>
            </a:pPr>
            <a:r>
              <a:rPr lang="en-US" smtClean="0"/>
              <a:t>Depending on your preference, you may want to go over the review questions at the </a:t>
            </a:r>
            <a:r>
              <a:rPr lang="en-US" u="sng" smtClean="0"/>
              <a:t>end of this lecture </a:t>
            </a:r>
            <a:r>
              <a:rPr lang="en-US" smtClean="0"/>
              <a:t>as an instant review or at the </a:t>
            </a:r>
            <a:r>
              <a:rPr lang="en-US" u="sng" smtClean="0"/>
              <a:t>beginning of next lecture </a:t>
            </a:r>
            <a:r>
              <a:rPr lang="en-US" smtClean="0"/>
              <a:t>to refresh students' memory of this lecture.</a:t>
            </a:r>
          </a:p>
        </p:txBody>
      </p:sp>
      <p:sp>
        <p:nvSpPr>
          <p:cNvPr id="4" name="Slide Number Placeholder 3"/>
          <p:cNvSpPr>
            <a:spLocks noGrp="1"/>
          </p:cNvSpPr>
          <p:nvPr>
            <p:ph type="sldNum" sz="quarter" idx="12"/>
          </p:nvPr>
        </p:nvSpPr>
        <p:spPr/>
        <p:txBody>
          <a:bodyPr/>
          <a:lstStyle/>
          <a:p>
            <a:pPr>
              <a:defRPr/>
            </a:pPr>
            <a:fld id="{7B85A499-6620-42FA-BB04-870BEDEAB85B}" type="slidenum">
              <a:rPr lang="en-US" smtClean="0"/>
              <a:pPr>
                <a:defRPr/>
              </a:pPr>
              <a:t>41</a:t>
            </a:fld>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smtClean="0"/>
              <a:t>Review Question</a:t>
            </a:r>
          </a:p>
        </p:txBody>
      </p:sp>
      <p:sp>
        <p:nvSpPr>
          <p:cNvPr id="22531" name="Content Placeholder 2"/>
          <p:cNvSpPr>
            <a:spLocks noGrp="1"/>
          </p:cNvSpPr>
          <p:nvPr>
            <p:ph idx="1"/>
          </p:nvPr>
        </p:nvSpPr>
        <p:spPr/>
        <p:txBody>
          <a:bodyPr/>
          <a:lstStyle/>
          <a:p>
            <a:pPr>
              <a:buFont typeface="Arial" charset="0"/>
              <a:buNone/>
            </a:pPr>
            <a:r>
              <a:rPr lang="en-US" smtClean="0"/>
              <a:t>True/False: When a digital image is printed, each image pixel is represented by one printer ink dot.</a:t>
            </a:r>
          </a:p>
        </p:txBody>
      </p:sp>
      <p:sp>
        <p:nvSpPr>
          <p:cNvPr id="4" name="Slide Number Placeholder 3"/>
          <p:cNvSpPr>
            <a:spLocks noGrp="1"/>
          </p:cNvSpPr>
          <p:nvPr>
            <p:ph type="sldNum" sz="quarter" idx="12"/>
          </p:nvPr>
        </p:nvSpPr>
        <p:spPr/>
        <p:txBody>
          <a:bodyPr/>
          <a:lstStyle/>
          <a:p>
            <a:pPr>
              <a:defRPr/>
            </a:pPr>
            <a:fld id="{A1089B6C-A325-4D6E-BB90-D7A047DC4891}" type="slidenum">
              <a:rPr lang="en-US" smtClean="0"/>
              <a:pPr>
                <a:defRPr/>
              </a:pPr>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smtClean="0"/>
              <a:t>Review Question</a:t>
            </a:r>
          </a:p>
        </p:txBody>
      </p:sp>
      <p:sp>
        <p:nvSpPr>
          <p:cNvPr id="23555" name="Content Placeholder 2"/>
          <p:cNvSpPr>
            <a:spLocks noGrp="1"/>
          </p:cNvSpPr>
          <p:nvPr>
            <p:ph idx="1"/>
          </p:nvPr>
        </p:nvSpPr>
        <p:spPr/>
        <p:txBody>
          <a:bodyPr/>
          <a:lstStyle/>
          <a:p>
            <a:pPr>
              <a:buFont typeface="Arial" charset="0"/>
              <a:buNone/>
            </a:pPr>
            <a:r>
              <a:rPr lang="en-US" smtClean="0"/>
              <a:t>Resampling an image is often referred to as ______ .</a:t>
            </a:r>
          </a:p>
          <a:p>
            <a:pPr>
              <a:buFont typeface="Arial" charset="0"/>
              <a:buNone/>
            </a:pPr>
            <a:endParaRPr lang="en-US" smtClean="0"/>
          </a:p>
          <a:p>
            <a:pPr>
              <a:buFont typeface="Arial" charset="0"/>
              <a:buNone/>
            </a:pPr>
            <a:r>
              <a:rPr lang="en-US" smtClean="0"/>
              <a:t>A. rotating</a:t>
            </a:r>
          </a:p>
          <a:p>
            <a:pPr>
              <a:buFont typeface="Arial" charset="0"/>
              <a:buNone/>
            </a:pPr>
            <a:r>
              <a:rPr lang="en-US" smtClean="0"/>
              <a:t>B. scaling</a:t>
            </a:r>
          </a:p>
          <a:p>
            <a:pPr>
              <a:buFont typeface="Arial" charset="0"/>
              <a:buNone/>
            </a:pPr>
            <a:r>
              <a:rPr lang="en-US" smtClean="0"/>
              <a:t>C. translating</a:t>
            </a:r>
          </a:p>
          <a:p>
            <a:pPr>
              <a:buFont typeface="Arial" charset="0"/>
              <a:buNone/>
            </a:pPr>
            <a:r>
              <a:rPr lang="en-US" smtClean="0"/>
              <a:t>D. repositioning</a:t>
            </a:r>
          </a:p>
        </p:txBody>
      </p:sp>
      <p:sp>
        <p:nvSpPr>
          <p:cNvPr id="4" name="Slide Number Placeholder 3"/>
          <p:cNvSpPr>
            <a:spLocks noGrp="1"/>
          </p:cNvSpPr>
          <p:nvPr>
            <p:ph type="sldNum" sz="quarter" idx="12"/>
          </p:nvPr>
        </p:nvSpPr>
        <p:spPr/>
        <p:txBody>
          <a:bodyPr/>
          <a:lstStyle/>
          <a:p>
            <a:pPr>
              <a:defRPr/>
            </a:pPr>
            <a:fld id="{001B9D12-3163-40F5-A64B-7A5D749FA6AB}" type="slidenum">
              <a:rPr lang="en-US" smtClean="0"/>
              <a:pPr>
                <a:defRPr/>
              </a:pPr>
              <a:t>43</a:t>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smtClean="0"/>
              <a:t>Review Question</a:t>
            </a:r>
          </a:p>
        </p:txBody>
      </p:sp>
      <p:sp>
        <p:nvSpPr>
          <p:cNvPr id="24579" name="Content Placeholder 2"/>
          <p:cNvSpPr>
            <a:spLocks noGrp="1"/>
          </p:cNvSpPr>
          <p:nvPr>
            <p:ph idx="1"/>
          </p:nvPr>
        </p:nvSpPr>
        <p:spPr/>
        <p:txBody>
          <a:bodyPr/>
          <a:lstStyle/>
          <a:p>
            <a:pPr>
              <a:buFont typeface="Arial" charset="0"/>
              <a:buNone/>
            </a:pPr>
            <a:r>
              <a:rPr lang="en-US" smtClean="0"/>
              <a:t>True/False: Resampling an image will have negative impact on the image quality.</a:t>
            </a:r>
          </a:p>
        </p:txBody>
      </p:sp>
      <p:sp>
        <p:nvSpPr>
          <p:cNvPr id="4" name="Slide Number Placeholder 3"/>
          <p:cNvSpPr>
            <a:spLocks noGrp="1"/>
          </p:cNvSpPr>
          <p:nvPr>
            <p:ph type="sldNum" sz="quarter" idx="12"/>
          </p:nvPr>
        </p:nvSpPr>
        <p:spPr/>
        <p:txBody>
          <a:bodyPr/>
          <a:lstStyle/>
          <a:p>
            <a:pPr>
              <a:defRPr/>
            </a:pPr>
            <a:fld id="{05A40D6D-241C-4C0A-B251-FF23F95CFB21}" type="slidenum">
              <a:rPr lang="en-US" smtClean="0"/>
              <a:pPr>
                <a:defRPr/>
              </a:pPr>
              <a:t>44</a:t>
            </a:fld>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smtClean="0"/>
              <a:t>Review Question</a:t>
            </a:r>
          </a:p>
        </p:txBody>
      </p:sp>
      <p:sp>
        <p:nvSpPr>
          <p:cNvPr id="25603" name="Content Placeholder 2"/>
          <p:cNvSpPr>
            <a:spLocks noGrp="1"/>
          </p:cNvSpPr>
          <p:nvPr>
            <p:ph idx="1"/>
          </p:nvPr>
        </p:nvSpPr>
        <p:spPr>
          <a:xfrm>
            <a:off x="457200" y="1600200"/>
            <a:ext cx="8229600" cy="1219200"/>
          </a:xfrm>
        </p:spPr>
        <p:txBody>
          <a:bodyPr/>
          <a:lstStyle/>
          <a:p>
            <a:pPr>
              <a:buFont typeface="Arial" charset="0"/>
              <a:buNone/>
            </a:pPr>
            <a:r>
              <a:rPr lang="en-US" smtClean="0"/>
              <a:t>The pixel dimensions of the image are ___ </a:t>
            </a:r>
            <a:r>
              <a:rPr lang="en-US" smtClean="0">
                <a:sym typeface="Symbol" pitchFamily="18" charset="2"/>
              </a:rPr>
              <a:t> ___.</a:t>
            </a:r>
            <a:endParaRPr lang="en-US" smtClean="0"/>
          </a:p>
        </p:txBody>
      </p:sp>
      <p:sp>
        <p:nvSpPr>
          <p:cNvPr id="4" name="Slide Number Placeholder 3"/>
          <p:cNvSpPr>
            <a:spLocks noGrp="1"/>
          </p:cNvSpPr>
          <p:nvPr>
            <p:ph type="sldNum" sz="quarter" idx="12"/>
          </p:nvPr>
        </p:nvSpPr>
        <p:spPr/>
        <p:txBody>
          <a:bodyPr/>
          <a:lstStyle/>
          <a:p>
            <a:pPr>
              <a:defRPr/>
            </a:pPr>
            <a:fld id="{6C880F4D-3C41-4313-B07B-FB1D221CC812}" type="slidenum">
              <a:rPr lang="en-US" smtClean="0"/>
              <a:pPr>
                <a:defRPr/>
              </a:pPr>
              <a:t>45</a:t>
            </a:fld>
            <a:endParaRPr lang="en-US"/>
          </a:p>
        </p:txBody>
      </p:sp>
      <p:pic>
        <p:nvPicPr>
          <p:cNvPr id="25605" name="Picture 4" descr="fig-36-sc-ps-cs3-image-size.tif"/>
          <p:cNvPicPr>
            <a:picLocks noChangeAspect="1"/>
          </p:cNvPicPr>
          <p:nvPr/>
        </p:nvPicPr>
        <p:blipFill>
          <a:blip r:embed="rId3"/>
          <a:srcRect/>
          <a:stretch>
            <a:fillRect/>
          </a:stretch>
        </p:blipFill>
        <p:spPr bwMode="auto">
          <a:xfrm>
            <a:off x="2743200" y="2971800"/>
            <a:ext cx="3703638" cy="32099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smtClean="0"/>
              <a:t>Review Question</a:t>
            </a:r>
          </a:p>
        </p:txBody>
      </p:sp>
      <p:sp>
        <p:nvSpPr>
          <p:cNvPr id="26627" name="Content Placeholder 2"/>
          <p:cNvSpPr>
            <a:spLocks noGrp="1"/>
          </p:cNvSpPr>
          <p:nvPr>
            <p:ph idx="1"/>
          </p:nvPr>
        </p:nvSpPr>
        <p:spPr>
          <a:xfrm>
            <a:off x="457200" y="1600200"/>
            <a:ext cx="8229600" cy="1219200"/>
          </a:xfrm>
        </p:spPr>
        <p:txBody>
          <a:bodyPr/>
          <a:lstStyle/>
          <a:p>
            <a:pPr>
              <a:buFont typeface="Arial" charset="0"/>
              <a:buNone/>
            </a:pPr>
            <a:r>
              <a:rPr lang="en-US" smtClean="0"/>
              <a:t>The physical size of the image, if it is printed out is ___ </a:t>
            </a:r>
            <a:r>
              <a:rPr lang="en-US" smtClean="0">
                <a:sym typeface="Symbol" pitchFamily="18" charset="2"/>
              </a:rPr>
              <a:t> ___.</a:t>
            </a:r>
            <a:endParaRPr lang="en-US" smtClean="0"/>
          </a:p>
        </p:txBody>
      </p:sp>
      <p:sp>
        <p:nvSpPr>
          <p:cNvPr id="4" name="Slide Number Placeholder 3"/>
          <p:cNvSpPr>
            <a:spLocks noGrp="1"/>
          </p:cNvSpPr>
          <p:nvPr>
            <p:ph type="sldNum" sz="quarter" idx="12"/>
          </p:nvPr>
        </p:nvSpPr>
        <p:spPr/>
        <p:txBody>
          <a:bodyPr/>
          <a:lstStyle/>
          <a:p>
            <a:pPr>
              <a:defRPr/>
            </a:pPr>
            <a:fld id="{37D58A60-7D3D-4267-A60B-4774F7807C38}" type="slidenum">
              <a:rPr lang="en-US" smtClean="0"/>
              <a:pPr>
                <a:defRPr/>
              </a:pPr>
              <a:t>46</a:t>
            </a:fld>
            <a:endParaRPr lang="en-US"/>
          </a:p>
        </p:txBody>
      </p:sp>
      <p:pic>
        <p:nvPicPr>
          <p:cNvPr id="26629" name="Picture 4" descr="fig-36-sc-ps-cs3-image-size.tif"/>
          <p:cNvPicPr>
            <a:picLocks noChangeAspect="1"/>
          </p:cNvPicPr>
          <p:nvPr/>
        </p:nvPicPr>
        <p:blipFill>
          <a:blip r:embed="rId3"/>
          <a:srcRect/>
          <a:stretch>
            <a:fillRect/>
          </a:stretch>
        </p:blipFill>
        <p:spPr bwMode="auto">
          <a:xfrm>
            <a:off x="2743200" y="2971800"/>
            <a:ext cx="3703638" cy="32099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smtClean="0"/>
              <a:t>Review Question</a:t>
            </a:r>
          </a:p>
        </p:txBody>
      </p:sp>
      <p:sp>
        <p:nvSpPr>
          <p:cNvPr id="27651" name="Content Placeholder 2"/>
          <p:cNvSpPr>
            <a:spLocks noGrp="1"/>
          </p:cNvSpPr>
          <p:nvPr>
            <p:ph idx="1"/>
          </p:nvPr>
        </p:nvSpPr>
        <p:spPr>
          <a:xfrm>
            <a:off x="457200" y="1600200"/>
            <a:ext cx="8229600" cy="1219200"/>
          </a:xfrm>
        </p:spPr>
        <p:txBody>
          <a:bodyPr/>
          <a:lstStyle/>
          <a:p>
            <a:pPr>
              <a:buFont typeface="Arial" charset="0"/>
              <a:buNone/>
            </a:pPr>
            <a:r>
              <a:rPr lang="en-US" smtClean="0"/>
              <a:t>The printing resolution of the image is ___.</a:t>
            </a:r>
          </a:p>
        </p:txBody>
      </p:sp>
      <p:sp>
        <p:nvSpPr>
          <p:cNvPr id="4" name="Slide Number Placeholder 3"/>
          <p:cNvSpPr>
            <a:spLocks noGrp="1"/>
          </p:cNvSpPr>
          <p:nvPr>
            <p:ph type="sldNum" sz="quarter" idx="12"/>
          </p:nvPr>
        </p:nvSpPr>
        <p:spPr/>
        <p:txBody>
          <a:bodyPr/>
          <a:lstStyle/>
          <a:p>
            <a:pPr>
              <a:defRPr/>
            </a:pPr>
            <a:fld id="{DA7E4AF1-4202-4EE5-8315-510B780882FC}" type="slidenum">
              <a:rPr lang="en-US" smtClean="0"/>
              <a:pPr>
                <a:defRPr/>
              </a:pPr>
              <a:t>47</a:t>
            </a:fld>
            <a:endParaRPr lang="en-US"/>
          </a:p>
        </p:txBody>
      </p:sp>
      <p:pic>
        <p:nvPicPr>
          <p:cNvPr id="27653" name="Picture 4" descr="fig-36-sc-ps-cs3-image-size.tif"/>
          <p:cNvPicPr>
            <a:picLocks noChangeAspect="1"/>
          </p:cNvPicPr>
          <p:nvPr/>
        </p:nvPicPr>
        <p:blipFill>
          <a:blip r:embed="rId3"/>
          <a:srcRect/>
          <a:stretch>
            <a:fillRect/>
          </a:stretch>
        </p:blipFill>
        <p:spPr bwMode="auto">
          <a:xfrm>
            <a:off x="2743200" y="2971800"/>
            <a:ext cx="3703638" cy="32099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5" descr="fig-38-sc-ps-cs3-image-size-pixel-per-cm.tif"/>
          <p:cNvPicPr>
            <a:picLocks noChangeAspect="1"/>
          </p:cNvPicPr>
          <p:nvPr/>
        </p:nvPicPr>
        <p:blipFill>
          <a:blip r:embed="rId3"/>
          <a:srcRect/>
          <a:stretch>
            <a:fillRect/>
          </a:stretch>
        </p:blipFill>
        <p:spPr bwMode="auto">
          <a:xfrm>
            <a:off x="2743200" y="2971800"/>
            <a:ext cx="3703638" cy="3209925"/>
          </a:xfrm>
          <a:prstGeom prst="rect">
            <a:avLst/>
          </a:prstGeom>
          <a:noFill/>
          <a:ln w="9525">
            <a:noFill/>
            <a:miter lim="800000"/>
            <a:headEnd/>
            <a:tailEnd/>
          </a:ln>
        </p:spPr>
      </p:pic>
      <p:sp>
        <p:nvSpPr>
          <p:cNvPr id="28675" name="Title 1"/>
          <p:cNvSpPr>
            <a:spLocks noGrp="1"/>
          </p:cNvSpPr>
          <p:nvPr>
            <p:ph type="title"/>
          </p:nvPr>
        </p:nvSpPr>
        <p:spPr/>
        <p:txBody>
          <a:bodyPr/>
          <a:lstStyle/>
          <a:p>
            <a:r>
              <a:rPr lang="en-US" smtClean="0"/>
              <a:t>Review Question</a:t>
            </a:r>
          </a:p>
        </p:txBody>
      </p:sp>
      <p:sp>
        <p:nvSpPr>
          <p:cNvPr id="3" name="Content Placeholder 2"/>
          <p:cNvSpPr>
            <a:spLocks noGrp="1"/>
          </p:cNvSpPr>
          <p:nvPr>
            <p:ph idx="1"/>
          </p:nvPr>
        </p:nvSpPr>
        <p:spPr>
          <a:xfrm>
            <a:off x="457200" y="1600200"/>
            <a:ext cx="8229600" cy="1219200"/>
          </a:xfrm>
        </p:spPr>
        <p:txBody>
          <a:bodyPr>
            <a:normAutofit fontScale="92500" lnSpcReduction="20000"/>
          </a:bodyPr>
          <a:lstStyle/>
          <a:p>
            <a:pPr>
              <a:buFont typeface="Arial" pitchFamily="34" charset="0"/>
              <a:buNone/>
              <a:defRPr/>
            </a:pPr>
            <a:r>
              <a:rPr lang="en-US" smtClean="0"/>
              <a:t>The image should have the pixel dimensions 3000 </a:t>
            </a:r>
            <a:r>
              <a:rPr lang="en-US" smtClean="0">
                <a:sym typeface="Symbol"/>
              </a:rPr>
              <a:t> 2000 pixels. Identify the incorrect setting that causes such a discrepancy in pixel dimensions.</a:t>
            </a:r>
            <a:endParaRPr lang="en-US"/>
          </a:p>
        </p:txBody>
      </p:sp>
      <p:sp>
        <p:nvSpPr>
          <p:cNvPr id="4" name="Slide Number Placeholder 3"/>
          <p:cNvSpPr>
            <a:spLocks noGrp="1"/>
          </p:cNvSpPr>
          <p:nvPr>
            <p:ph type="sldNum" sz="quarter" idx="12"/>
          </p:nvPr>
        </p:nvSpPr>
        <p:spPr/>
        <p:txBody>
          <a:bodyPr/>
          <a:lstStyle/>
          <a:p>
            <a:pPr>
              <a:defRPr/>
            </a:pPr>
            <a:fld id="{DBA26794-1F93-4CAE-B676-6817FCB53527}" type="slidenum">
              <a:rPr lang="en-US" smtClean="0"/>
              <a:pPr>
                <a:defRPr/>
              </a:pPr>
              <a:t>48</a:t>
            </a:fld>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smtClean="0"/>
              <a:t>Review Question</a:t>
            </a:r>
          </a:p>
        </p:txBody>
      </p:sp>
      <p:sp>
        <p:nvSpPr>
          <p:cNvPr id="29699" name="Content Placeholder 4"/>
          <p:cNvSpPr>
            <a:spLocks noGrp="1"/>
          </p:cNvSpPr>
          <p:nvPr>
            <p:ph idx="1"/>
          </p:nvPr>
        </p:nvSpPr>
        <p:spPr/>
        <p:txBody>
          <a:bodyPr/>
          <a:lstStyle/>
          <a:p>
            <a:pPr>
              <a:buFont typeface="Arial" charset="0"/>
              <a:buNone/>
            </a:pPr>
            <a:r>
              <a:rPr lang="en-US" smtClean="0"/>
              <a:t>For the following questions, predict the new values in the Image Size window.</a:t>
            </a:r>
          </a:p>
        </p:txBody>
      </p:sp>
      <p:sp>
        <p:nvSpPr>
          <p:cNvPr id="3" name="Slide Number Placeholder 2"/>
          <p:cNvSpPr>
            <a:spLocks noGrp="1"/>
          </p:cNvSpPr>
          <p:nvPr>
            <p:ph type="sldNum" sz="quarter" idx="12"/>
          </p:nvPr>
        </p:nvSpPr>
        <p:spPr/>
        <p:txBody>
          <a:bodyPr/>
          <a:lstStyle/>
          <a:p>
            <a:pPr>
              <a:defRPr/>
            </a:pPr>
            <a:fld id="{9296FB05-363C-41CE-96EE-839E50C6C07D}" type="slidenum">
              <a:rPr lang="en-US" smtClean="0"/>
              <a:pPr>
                <a:defRPr/>
              </a:pPr>
              <a:t>49</a:t>
            </a:fld>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1ED00EEF-ABE5-4F03-9063-9690B538AB9E}" type="slidenum">
              <a:rPr lang="en-US" smtClean="0"/>
              <a:pPr>
                <a:defRPr/>
              </a:pPr>
              <a:t>50</a:t>
            </a:fld>
            <a:endParaRPr lang="en-US"/>
          </a:p>
        </p:txBody>
      </p:sp>
      <p:pic>
        <p:nvPicPr>
          <p:cNvPr id="30723" name="Picture 2" descr="fig-39-sc-ps-cs3-self-test-question-image-size-300ppi-150ppi.tif"/>
          <p:cNvPicPr>
            <a:picLocks noChangeAspect="1"/>
          </p:cNvPicPr>
          <p:nvPr/>
        </p:nvPicPr>
        <p:blipFill>
          <a:blip r:embed="rId2"/>
          <a:srcRect/>
          <a:stretch>
            <a:fillRect/>
          </a:stretch>
        </p:blipFill>
        <p:spPr bwMode="auto">
          <a:xfrm>
            <a:off x="212725" y="76200"/>
            <a:ext cx="8778875" cy="65833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6C6AB06B-546F-4F72-B103-022910811FC5}" type="slidenum">
              <a:rPr lang="en-US" smtClean="0"/>
              <a:pPr>
                <a:defRPr/>
              </a:pPr>
              <a:t>51</a:t>
            </a:fld>
            <a:endParaRPr lang="en-US"/>
          </a:p>
        </p:txBody>
      </p:sp>
      <p:pic>
        <p:nvPicPr>
          <p:cNvPr id="31747" name="Picture 2" descr="fig-39-sc-ps-cs3-self-test-question-image-size-300ppi-150ppi.tif"/>
          <p:cNvPicPr>
            <a:picLocks noChangeAspect="1"/>
          </p:cNvPicPr>
          <p:nvPr/>
        </p:nvPicPr>
        <p:blipFill>
          <a:blip r:embed="rId2"/>
          <a:srcRect/>
          <a:stretch>
            <a:fillRect/>
          </a:stretch>
        </p:blipFill>
        <p:spPr bwMode="auto">
          <a:xfrm>
            <a:off x="212725" y="76200"/>
            <a:ext cx="8778875" cy="6583363"/>
          </a:xfrm>
          <a:prstGeom prst="rect">
            <a:avLst/>
          </a:prstGeom>
          <a:noFill/>
          <a:ln w="9525">
            <a:noFill/>
            <a:miter lim="800000"/>
            <a:headEnd/>
            <a:tailEnd/>
          </a:ln>
        </p:spPr>
      </p:pic>
      <p:sp>
        <p:nvSpPr>
          <p:cNvPr id="31748" name="TextBox 3"/>
          <p:cNvSpPr txBox="1">
            <a:spLocks noChangeArrowheads="1"/>
          </p:cNvSpPr>
          <p:nvPr/>
        </p:nvSpPr>
        <p:spPr bwMode="auto">
          <a:xfrm>
            <a:off x="6096000" y="533400"/>
            <a:ext cx="696913" cy="369888"/>
          </a:xfrm>
          <a:prstGeom prst="rect">
            <a:avLst/>
          </a:prstGeom>
          <a:noFill/>
          <a:ln w="9525">
            <a:noFill/>
            <a:miter lim="800000"/>
            <a:headEnd/>
            <a:tailEnd/>
          </a:ln>
        </p:spPr>
        <p:txBody>
          <a:bodyPr wrap="none">
            <a:spAutoFit/>
          </a:bodyPr>
          <a:lstStyle/>
          <a:p>
            <a:pPr algn="ctr"/>
            <a:r>
              <a:rPr lang="en-US">
                <a:solidFill>
                  <a:srgbClr val="FF0000"/>
                </a:solidFill>
              </a:rPr>
              <a:t>3000</a:t>
            </a:r>
          </a:p>
        </p:txBody>
      </p:sp>
      <p:sp>
        <p:nvSpPr>
          <p:cNvPr id="31749" name="TextBox 4"/>
          <p:cNvSpPr txBox="1">
            <a:spLocks noChangeArrowheads="1"/>
          </p:cNvSpPr>
          <p:nvPr/>
        </p:nvSpPr>
        <p:spPr bwMode="auto">
          <a:xfrm>
            <a:off x="6096000" y="849313"/>
            <a:ext cx="696913" cy="369887"/>
          </a:xfrm>
          <a:prstGeom prst="rect">
            <a:avLst/>
          </a:prstGeom>
          <a:noFill/>
          <a:ln w="9525">
            <a:noFill/>
            <a:miter lim="800000"/>
            <a:headEnd/>
            <a:tailEnd/>
          </a:ln>
        </p:spPr>
        <p:txBody>
          <a:bodyPr wrap="none">
            <a:spAutoFit/>
          </a:bodyPr>
          <a:lstStyle/>
          <a:p>
            <a:pPr algn="ctr"/>
            <a:r>
              <a:rPr lang="en-US">
                <a:solidFill>
                  <a:srgbClr val="FF0000"/>
                </a:solidFill>
              </a:rPr>
              <a:t>2400</a:t>
            </a:r>
          </a:p>
        </p:txBody>
      </p:sp>
      <p:sp>
        <p:nvSpPr>
          <p:cNvPr id="31750" name="TextBox 5"/>
          <p:cNvSpPr txBox="1">
            <a:spLocks noChangeArrowheads="1"/>
          </p:cNvSpPr>
          <p:nvPr/>
        </p:nvSpPr>
        <p:spPr bwMode="auto">
          <a:xfrm>
            <a:off x="6111875" y="1447800"/>
            <a:ext cx="441325" cy="369888"/>
          </a:xfrm>
          <a:prstGeom prst="rect">
            <a:avLst/>
          </a:prstGeom>
          <a:noFill/>
          <a:ln w="9525">
            <a:noFill/>
            <a:miter lim="800000"/>
            <a:headEnd/>
            <a:tailEnd/>
          </a:ln>
        </p:spPr>
        <p:txBody>
          <a:bodyPr wrap="none">
            <a:spAutoFit/>
          </a:bodyPr>
          <a:lstStyle/>
          <a:p>
            <a:pPr algn="ctr"/>
            <a:r>
              <a:rPr lang="en-US">
                <a:solidFill>
                  <a:srgbClr val="FF0000"/>
                </a:solidFill>
              </a:rPr>
              <a:t>20</a:t>
            </a:r>
          </a:p>
        </p:txBody>
      </p:sp>
      <p:sp>
        <p:nvSpPr>
          <p:cNvPr id="31751" name="TextBox 6"/>
          <p:cNvSpPr txBox="1">
            <a:spLocks noChangeArrowheads="1"/>
          </p:cNvSpPr>
          <p:nvPr/>
        </p:nvSpPr>
        <p:spPr bwMode="auto">
          <a:xfrm>
            <a:off x="6111875" y="1752600"/>
            <a:ext cx="441325" cy="369888"/>
          </a:xfrm>
          <a:prstGeom prst="rect">
            <a:avLst/>
          </a:prstGeom>
          <a:noFill/>
          <a:ln w="9525">
            <a:noFill/>
            <a:miter lim="800000"/>
            <a:headEnd/>
            <a:tailEnd/>
          </a:ln>
        </p:spPr>
        <p:txBody>
          <a:bodyPr wrap="none">
            <a:spAutoFit/>
          </a:bodyPr>
          <a:lstStyle/>
          <a:p>
            <a:pPr algn="ctr"/>
            <a:r>
              <a:rPr lang="en-US">
                <a:solidFill>
                  <a:srgbClr val="FF0000"/>
                </a:solidFill>
              </a:rPr>
              <a:t>16</a:t>
            </a:r>
          </a:p>
        </p:txBody>
      </p:sp>
      <p:sp>
        <p:nvSpPr>
          <p:cNvPr id="31752" name="TextBox 7"/>
          <p:cNvSpPr txBox="1">
            <a:spLocks noChangeArrowheads="1"/>
          </p:cNvSpPr>
          <p:nvPr/>
        </p:nvSpPr>
        <p:spPr bwMode="auto">
          <a:xfrm>
            <a:off x="6096000" y="3886200"/>
            <a:ext cx="696913" cy="369888"/>
          </a:xfrm>
          <a:prstGeom prst="rect">
            <a:avLst/>
          </a:prstGeom>
          <a:noFill/>
          <a:ln w="9525">
            <a:noFill/>
            <a:miter lim="800000"/>
            <a:headEnd/>
            <a:tailEnd/>
          </a:ln>
        </p:spPr>
        <p:txBody>
          <a:bodyPr wrap="none">
            <a:spAutoFit/>
          </a:bodyPr>
          <a:lstStyle/>
          <a:p>
            <a:pPr algn="ctr"/>
            <a:r>
              <a:rPr lang="en-US">
                <a:solidFill>
                  <a:srgbClr val="FF0000"/>
                </a:solidFill>
              </a:rPr>
              <a:t>1500</a:t>
            </a:r>
          </a:p>
        </p:txBody>
      </p:sp>
      <p:sp>
        <p:nvSpPr>
          <p:cNvPr id="31753" name="TextBox 8"/>
          <p:cNvSpPr txBox="1">
            <a:spLocks noChangeArrowheads="1"/>
          </p:cNvSpPr>
          <p:nvPr/>
        </p:nvSpPr>
        <p:spPr bwMode="auto">
          <a:xfrm>
            <a:off x="6096000" y="4202113"/>
            <a:ext cx="696913" cy="369887"/>
          </a:xfrm>
          <a:prstGeom prst="rect">
            <a:avLst/>
          </a:prstGeom>
          <a:noFill/>
          <a:ln w="9525">
            <a:noFill/>
            <a:miter lim="800000"/>
            <a:headEnd/>
            <a:tailEnd/>
          </a:ln>
        </p:spPr>
        <p:txBody>
          <a:bodyPr wrap="none">
            <a:spAutoFit/>
          </a:bodyPr>
          <a:lstStyle/>
          <a:p>
            <a:pPr algn="ctr"/>
            <a:r>
              <a:rPr lang="en-US">
                <a:solidFill>
                  <a:srgbClr val="FF0000"/>
                </a:solidFill>
              </a:rPr>
              <a:t>1200</a:t>
            </a:r>
          </a:p>
        </p:txBody>
      </p:sp>
      <p:sp>
        <p:nvSpPr>
          <p:cNvPr id="31754" name="TextBox 9"/>
          <p:cNvSpPr txBox="1">
            <a:spLocks noChangeArrowheads="1"/>
          </p:cNvSpPr>
          <p:nvPr/>
        </p:nvSpPr>
        <p:spPr bwMode="auto">
          <a:xfrm>
            <a:off x="6111875" y="4800600"/>
            <a:ext cx="441325" cy="369888"/>
          </a:xfrm>
          <a:prstGeom prst="rect">
            <a:avLst/>
          </a:prstGeom>
          <a:noFill/>
          <a:ln w="9525">
            <a:noFill/>
            <a:miter lim="800000"/>
            <a:headEnd/>
            <a:tailEnd/>
          </a:ln>
        </p:spPr>
        <p:txBody>
          <a:bodyPr wrap="none">
            <a:spAutoFit/>
          </a:bodyPr>
          <a:lstStyle/>
          <a:p>
            <a:pPr algn="ctr"/>
            <a:r>
              <a:rPr lang="en-US">
                <a:solidFill>
                  <a:srgbClr val="FF0000"/>
                </a:solidFill>
              </a:rPr>
              <a:t>10</a:t>
            </a:r>
          </a:p>
        </p:txBody>
      </p:sp>
      <p:sp>
        <p:nvSpPr>
          <p:cNvPr id="31755" name="TextBox 10"/>
          <p:cNvSpPr txBox="1">
            <a:spLocks noChangeArrowheads="1"/>
          </p:cNvSpPr>
          <p:nvPr/>
        </p:nvSpPr>
        <p:spPr bwMode="auto">
          <a:xfrm>
            <a:off x="6176963" y="5105400"/>
            <a:ext cx="312737" cy="369888"/>
          </a:xfrm>
          <a:prstGeom prst="rect">
            <a:avLst/>
          </a:prstGeom>
          <a:noFill/>
          <a:ln w="9525">
            <a:noFill/>
            <a:miter lim="800000"/>
            <a:headEnd/>
            <a:tailEnd/>
          </a:ln>
        </p:spPr>
        <p:txBody>
          <a:bodyPr wrap="none">
            <a:spAutoFit/>
          </a:bodyPr>
          <a:lstStyle/>
          <a:p>
            <a:pPr algn="ctr"/>
            <a:r>
              <a:rPr lang="en-US">
                <a:solidFill>
                  <a:srgbClr val="FF0000"/>
                </a:solidFill>
              </a:rPr>
              <a:t>8</a:t>
            </a:r>
          </a:p>
        </p:txBody>
      </p:sp>
      <p:sp>
        <p:nvSpPr>
          <p:cNvPr id="31756" name="TextBox 11"/>
          <p:cNvSpPr txBox="1">
            <a:spLocks noChangeArrowheads="1"/>
          </p:cNvSpPr>
          <p:nvPr/>
        </p:nvSpPr>
        <p:spPr bwMode="auto">
          <a:xfrm>
            <a:off x="533400" y="304800"/>
            <a:ext cx="1069975" cy="369888"/>
          </a:xfrm>
          <a:prstGeom prst="rect">
            <a:avLst/>
          </a:prstGeom>
          <a:noFill/>
          <a:ln w="9525">
            <a:noFill/>
            <a:miter lim="800000"/>
            <a:headEnd/>
            <a:tailEnd/>
          </a:ln>
        </p:spPr>
        <p:txBody>
          <a:bodyPr wrap="none">
            <a:spAutoFit/>
          </a:bodyPr>
          <a:lstStyle/>
          <a:p>
            <a:r>
              <a:rPr lang="en-US">
                <a:solidFill>
                  <a:srgbClr val="FF0000"/>
                </a:solidFill>
              </a:rPr>
              <a:t>Answers</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13" descr="fig-41-sc-ps-cs3-self-test-question-image-size-10in-20in.tif"/>
          <p:cNvPicPr>
            <a:picLocks noChangeAspect="1"/>
          </p:cNvPicPr>
          <p:nvPr/>
        </p:nvPicPr>
        <p:blipFill>
          <a:blip r:embed="rId2"/>
          <a:srcRect/>
          <a:stretch>
            <a:fillRect/>
          </a:stretch>
        </p:blipFill>
        <p:spPr bwMode="auto">
          <a:xfrm>
            <a:off x="212725" y="76200"/>
            <a:ext cx="8778875" cy="6583363"/>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pPr>
              <a:defRPr/>
            </a:pPr>
            <a:fld id="{239A8E0D-F72A-4F16-B609-7D301711818A}" type="slidenum">
              <a:rPr lang="en-US" smtClean="0"/>
              <a:pPr>
                <a:defRPr/>
              </a:pPr>
              <a:t>52</a:t>
            </a:fld>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13" descr="fig-41-sc-ps-cs3-self-test-question-image-size-10in-20in.tif"/>
          <p:cNvPicPr>
            <a:picLocks noChangeAspect="1"/>
          </p:cNvPicPr>
          <p:nvPr/>
        </p:nvPicPr>
        <p:blipFill>
          <a:blip r:embed="rId2"/>
          <a:srcRect/>
          <a:stretch>
            <a:fillRect/>
          </a:stretch>
        </p:blipFill>
        <p:spPr bwMode="auto">
          <a:xfrm>
            <a:off x="212725" y="76200"/>
            <a:ext cx="8778875" cy="6583363"/>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pPr>
              <a:defRPr/>
            </a:pPr>
            <a:fld id="{A2F50267-871F-442A-8F39-FDBBA82AB3E4}" type="slidenum">
              <a:rPr lang="en-US" smtClean="0"/>
              <a:pPr>
                <a:defRPr/>
              </a:pPr>
              <a:t>53</a:t>
            </a:fld>
            <a:endParaRPr lang="en-US"/>
          </a:p>
        </p:txBody>
      </p:sp>
      <p:sp>
        <p:nvSpPr>
          <p:cNvPr id="33796" name="TextBox 3"/>
          <p:cNvSpPr txBox="1">
            <a:spLocks noChangeArrowheads="1"/>
          </p:cNvSpPr>
          <p:nvPr/>
        </p:nvSpPr>
        <p:spPr bwMode="auto">
          <a:xfrm>
            <a:off x="6096000" y="533400"/>
            <a:ext cx="696913" cy="369888"/>
          </a:xfrm>
          <a:prstGeom prst="rect">
            <a:avLst/>
          </a:prstGeom>
          <a:noFill/>
          <a:ln w="9525">
            <a:noFill/>
            <a:miter lim="800000"/>
            <a:headEnd/>
            <a:tailEnd/>
          </a:ln>
        </p:spPr>
        <p:txBody>
          <a:bodyPr wrap="none">
            <a:spAutoFit/>
          </a:bodyPr>
          <a:lstStyle/>
          <a:p>
            <a:pPr algn="ctr"/>
            <a:r>
              <a:rPr lang="en-US">
                <a:solidFill>
                  <a:srgbClr val="FF0000"/>
                </a:solidFill>
              </a:rPr>
              <a:t>3000</a:t>
            </a:r>
          </a:p>
        </p:txBody>
      </p:sp>
      <p:sp>
        <p:nvSpPr>
          <p:cNvPr id="33797" name="TextBox 4"/>
          <p:cNvSpPr txBox="1">
            <a:spLocks noChangeArrowheads="1"/>
          </p:cNvSpPr>
          <p:nvPr/>
        </p:nvSpPr>
        <p:spPr bwMode="auto">
          <a:xfrm>
            <a:off x="6096000" y="849313"/>
            <a:ext cx="696913" cy="369887"/>
          </a:xfrm>
          <a:prstGeom prst="rect">
            <a:avLst/>
          </a:prstGeom>
          <a:noFill/>
          <a:ln w="9525">
            <a:noFill/>
            <a:miter lim="800000"/>
            <a:headEnd/>
            <a:tailEnd/>
          </a:ln>
        </p:spPr>
        <p:txBody>
          <a:bodyPr wrap="none">
            <a:spAutoFit/>
          </a:bodyPr>
          <a:lstStyle/>
          <a:p>
            <a:pPr algn="ctr"/>
            <a:r>
              <a:rPr lang="en-US">
                <a:solidFill>
                  <a:srgbClr val="FF0000"/>
                </a:solidFill>
              </a:rPr>
              <a:t>2400</a:t>
            </a:r>
          </a:p>
        </p:txBody>
      </p:sp>
      <p:sp>
        <p:nvSpPr>
          <p:cNvPr id="33798" name="TextBox 5"/>
          <p:cNvSpPr txBox="1">
            <a:spLocks noChangeArrowheads="1"/>
          </p:cNvSpPr>
          <p:nvPr/>
        </p:nvSpPr>
        <p:spPr bwMode="auto">
          <a:xfrm>
            <a:off x="6111875" y="1763713"/>
            <a:ext cx="441325" cy="369887"/>
          </a:xfrm>
          <a:prstGeom prst="rect">
            <a:avLst/>
          </a:prstGeom>
          <a:noFill/>
          <a:ln w="9525">
            <a:noFill/>
            <a:miter lim="800000"/>
            <a:headEnd/>
            <a:tailEnd/>
          </a:ln>
        </p:spPr>
        <p:txBody>
          <a:bodyPr wrap="none">
            <a:spAutoFit/>
          </a:bodyPr>
          <a:lstStyle/>
          <a:p>
            <a:pPr algn="ctr"/>
            <a:r>
              <a:rPr lang="en-US">
                <a:solidFill>
                  <a:srgbClr val="FF0000"/>
                </a:solidFill>
              </a:rPr>
              <a:t>16</a:t>
            </a:r>
          </a:p>
        </p:txBody>
      </p:sp>
      <p:sp>
        <p:nvSpPr>
          <p:cNvPr id="33799" name="TextBox 6"/>
          <p:cNvSpPr txBox="1">
            <a:spLocks noChangeArrowheads="1"/>
          </p:cNvSpPr>
          <p:nvPr/>
        </p:nvSpPr>
        <p:spPr bwMode="auto">
          <a:xfrm>
            <a:off x="6048375" y="2068513"/>
            <a:ext cx="568325" cy="369887"/>
          </a:xfrm>
          <a:prstGeom prst="rect">
            <a:avLst/>
          </a:prstGeom>
          <a:noFill/>
          <a:ln w="9525">
            <a:noFill/>
            <a:miter lim="800000"/>
            <a:headEnd/>
            <a:tailEnd/>
          </a:ln>
        </p:spPr>
        <p:txBody>
          <a:bodyPr wrap="none">
            <a:spAutoFit/>
          </a:bodyPr>
          <a:lstStyle/>
          <a:p>
            <a:pPr algn="ctr"/>
            <a:r>
              <a:rPr lang="en-US">
                <a:solidFill>
                  <a:srgbClr val="FF0000"/>
                </a:solidFill>
              </a:rPr>
              <a:t>150</a:t>
            </a:r>
          </a:p>
        </p:txBody>
      </p:sp>
      <p:sp>
        <p:nvSpPr>
          <p:cNvPr id="33800" name="TextBox 7"/>
          <p:cNvSpPr txBox="1">
            <a:spLocks noChangeArrowheads="1"/>
          </p:cNvSpPr>
          <p:nvPr/>
        </p:nvSpPr>
        <p:spPr bwMode="auto">
          <a:xfrm>
            <a:off x="6096000" y="3886200"/>
            <a:ext cx="696913" cy="369888"/>
          </a:xfrm>
          <a:prstGeom prst="rect">
            <a:avLst/>
          </a:prstGeom>
          <a:noFill/>
          <a:ln w="9525">
            <a:noFill/>
            <a:miter lim="800000"/>
            <a:headEnd/>
            <a:tailEnd/>
          </a:ln>
        </p:spPr>
        <p:txBody>
          <a:bodyPr wrap="none">
            <a:spAutoFit/>
          </a:bodyPr>
          <a:lstStyle/>
          <a:p>
            <a:pPr algn="ctr"/>
            <a:r>
              <a:rPr lang="en-US">
                <a:solidFill>
                  <a:srgbClr val="FF0000"/>
                </a:solidFill>
              </a:rPr>
              <a:t>6000</a:t>
            </a:r>
          </a:p>
        </p:txBody>
      </p:sp>
      <p:sp>
        <p:nvSpPr>
          <p:cNvPr id="33801" name="TextBox 8"/>
          <p:cNvSpPr txBox="1">
            <a:spLocks noChangeArrowheads="1"/>
          </p:cNvSpPr>
          <p:nvPr/>
        </p:nvSpPr>
        <p:spPr bwMode="auto">
          <a:xfrm>
            <a:off x="6096000" y="4202113"/>
            <a:ext cx="696913" cy="369887"/>
          </a:xfrm>
          <a:prstGeom prst="rect">
            <a:avLst/>
          </a:prstGeom>
          <a:noFill/>
          <a:ln w="9525">
            <a:noFill/>
            <a:miter lim="800000"/>
            <a:headEnd/>
            <a:tailEnd/>
          </a:ln>
        </p:spPr>
        <p:txBody>
          <a:bodyPr wrap="none">
            <a:spAutoFit/>
          </a:bodyPr>
          <a:lstStyle/>
          <a:p>
            <a:pPr algn="ctr"/>
            <a:r>
              <a:rPr lang="en-US">
                <a:solidFill>
                  <a:srgbClr val="FF0000"/>
                </a:solidFill>
              </a:rPr>
              <a:t>2400</a:t>
            </a:r>
          </a:p>
        </p:txBody>
      </p:sp>
      <p:sp>
        <p:nvSpPr>
          <p:cNvPr id="33802" name="TextBox 9"/>
          <p:cNvSpPr txBox="1">
            <a:spLocks noChangeArrowheads="1"/>
          </p:cNvSpPr>
          <p:nvPr/>
        </p:nvSpPr>
        <p:spPr bwMode="auto">
          <a:xfrm>
            <a:off x="6111875" y="5116513"/>
            <a:ext cx="441325" cy="369887"/>
          </a:xfrm>
          <a:prstGeom prst="rect">
            <a:avLst/>
          </a:prstGeom>
          <a:noFill/>
          <a:ln w="9525">
            <a:noFill/>
            <a:miter lim="800000"/>
            <a:headEnd/>
            <a:tailEnd/>
          </a:ln>
        </p:spPr>
        <p:txBody>
          <a:bodyPr wrap="none">
            <a:spAutoFit/>
          </a:bodyPr>
          <a:lstStyle/>
          <a:p>
            <a:pPr algn="ctr"/>
            <a:r>
              <a:rPr lang="en-US">
                <a:solidFill>
                  <a:srgbClr val="FF0000"/>
                </a:solidFill>
              </a:rPr>
              <a:t>16</a:t>
            </a:r>
          </a:p>
        </p:txBody>
      </p:sp>
      <p:sp>
        <p:nvSpPr>
          <p:cNvPr id="33803" name="TextBox 10"/>
          <p:cNvSpPr txBox="1">
            <a:spLocks noChangeArrowheads="1"/>
          </p:cNvSpPr>
          <p:nvPr/>
        </p:nvSpPr>
        <p:spPr bwMode="auto">
          <a:xfrm>
            <a:off x="6048375" y="5421313"/>
            <a:ext cx="568325" cy="369887"/>
          </a:xfrm>
          <a:prstGeom prst="rect">
            <a:avLst/>
          </a:prstGeom>
          <a:noFill/>
          <a:ln w="9525">
            <a:noFill/>
            <a:miter lim="800000"/>
            <a:headEnd/>
            <a:tailEnd/>
          </a:ln>
        </p:spPr>
        <p:txBody>
          <a:bodyPr wrap="none">
            <a:spAutoFit/>
          </a:bodyPr>
          <a:lstStyle/>
          <a:p>
            <a:pPr algn="ctr"/>
            <a:r>
              <a:rPr lang="en-US">
                <a:solidFill>
                  <a:srgbClr val="FF0000"/>
                </a:solidFill>
              </a:rPr>
              <a:t>300</a:t>
            </a:r>
          </a:p>
        </p:txBody>
      </p:sp>
      <p:sp>
        <p:nvSpPr>
          <p:cNvPr id="33804" name="TextBox 11"/>
          <p:cNvSpPr txBox="1">
            <a:spLocks noChangeArrowheads="1"/>
          </p:cNvSpPr>
          <p:nvPr/>
        </p:nvSpPr>
        <p:spPr bwMode="auto">
          <a:xfrm>
            <a:off x="533400" y="304800"/>
            <a:ext cx="1069975" cy="369888"/>
          </a:xfrm>
          <a:prstGeom prst="rect">
            <a:avLst/>
          </a:prstGeom>
          <a:noFill/>
          <a:ln w="9525">
            <a:noFill/>
            <a:miter lim="800000"/>
            <a:headEnd/>
            <a:tailEnd/>
          </a:ln>
        </p:spPr>
        <p:txBody>
          <a:bodyPr wrap="none">
            <a:spAutoFit/>
          </a:bodyPr>
          <a:lstStyle/>
          <a:p>
            <a:r>
              <a:rPr lang="en-US">
                <a:solidFill>
                  <a:srgbClr val="FF0000"/>
                </a:solidFill>
              </a:rPr>
              <a:t>Answers</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smtClean="0"/>
              <a:t>Review Question</a:t>
            </a:r>
          </a:p>
        </p:txBody>
      </p:sp>
      <p:sp>
        <p:nvSpPr>
          <p:cNvPr id="34819" name="Content Placeholder 2"/>
          <p:cNvSpPr>
            <a:spLocks noGrp="1"/>
          </p:cNvSpPr>
          <p:nvPr>
            <p:ph idx="1"/>
          </p:nvPr>
        </p:nvSpPr>
        <p:spPr/>
        <p:txBody>
          <a:bodyPr/>
          <a:lstStyle/>
          <a:p>
            <a:pPr>
              <a:buFont typeface="Arial" charset="0"/>
              <a:buNone/>
            </a:pPr>
            <a:r>
              <a:rPr lang="en-US" smtClean="0"/>
              <a:t>Suppose you have created an image (with size information shown in the next slide) and you want to print it on a </a:t>
            </a:r>
            <a:r>
              <a:rPr lang="en-US" u="sng" smtClean="0"/>
              <a:t>10" </a:t>
            </a:r>
            <a:r>
              <a:rPr lang="en-US" u="sng" smtClean="0">
                <a:sym typeface="Symbol" pitchFamily="18" charset="2"/>
              </a:rPr>
              <a:t></a:t>
            </a:r>
            <a:r>
              <a:rPr lang="en-US" u="sng" smtClean="0"/>
              <a:t> 8" paper </a:t>
            </a:r>
            <a:r>
              <a:rPr lang="en-US" smtClean="0"/>
              <a:t>with at least a </a:t>
            </a:r>
            <a:r>
              <a:rPr lang="en-US" u="sng" smtClean="0"/>
              <a:t>half-inch margin all around</a:t>
            </a:r>
            <a:r>
              <a:rPr lang="en-US" smtClean="0"/>
              <a:t>. Fill in the correct image settings that can accomplish this task with the maximum printed area for the image without affecting the image quality.</a:t>
            </a:r>
          </a:p>
        </p:txBody>
      </p:sp>
      <p:sp>
        <p:nvSpPr>
          <p:cNvPr id="4" name="Slide Number Placeholder 3"/>
          <p:cNvSpPr>
            <a:spLocks noGrp="1"/>
          </p:cNvSpPr>
          <p:nvPr>
            <p:ph type="sldNum" sz="quarter" idx="12"/>
          </p:nvPr>
        </p:nvSpPr>
        <p:spPr/>
        <p:txBody>
          <a:bodyPr/>
          <a:lstStyle/>
          <a:p>
            <a:pPr>
              <a:defRPr/>
            </a:pPr>
            <a:fld id="{8B90BAEA-7326-4445-9B9B-C5DDB14A59EB}" type="slidenum">
              <a:rPr lang="en-US" smtClean="0"/>
              <a:pPr>
                <a:defRPr/>
              </a:pPr>
              <a:t>54</a:t>
            </a:fld>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52C7946-7E62-451E-8142-FB2392D24621}" type="slidenum">
              <a:rPr lang="en-US" smtClean="0"/>
              <a:pPr>
                <a:defRPr/>
              </a:pPr>
              <a:t>55</a:t>
            </a:fld>
            <a:endParaRPr lang="en-US"/>
          </a:p>
        </p:txBody>
      </p:sp>
      <p:pic>
        <p:nvPicPr>
          <p:cNvPr id="35843" name="Picture 2" descr="fig-42-sc-ps-cs3-self-test-question-image-size-margin.tif"/>
          <p:cNvPicPr>
            <a:picLocks noChangeAspect="1"/>
          </p:cNvPicPr>
          <p:nvPr/>
        </p:nvPicPr>
        <p:blipFill>
          <a:blip r:embed="rId2"/>
          <a:srcRect/>
          <a:stretch>
            <a:fillRect/>
          </a:stretch>
        </p:blipFill>
        <p:spPr bwMode="auto">
          <a:xfrm>
            <a:off x="212725" y="1447800"/>
            <a:ext cx="8778875" cy="32099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8D41E578-BACB-4E05-B657-77DD6EE976B7}" type="slidenum">
              <a:rPr lang="en-US" smtClean="0"/>
              <a:pPr>
                <a:defRPr/>
              </a:pPr>
              <a:t>56</a:t>
            </a:fld>
            <a:endParaRPr lang="en-US"/>
          </a:p>
        </p:txBody>
      </p:sp>
      <p:pic>
        <p:nvPicPr>
          <p:cNvPr id="36867" name="Picture 2" descr="fig-42-sc-ps-cs3-self-test-question-image-size-margin.tif"/>
          <p:cNvPicPr>
            <a:picLocks noChangeAspect="1"/>
          </p:cNvPicPr>
          <p:nvPr/>
        </p:nvPicPr>
        <p:blipFill>
          <a:blip r:embed="rId2"/>
          <a:srcRect/>
          <a:stretch>
            <a:fillRect/>
          </a:stretch>
        </p:blipFill>
        <p:spPr bwMode="auto">
          <a:xfrm>
            <a:off x="212725" y="1447800"/>
            <a:ext cx="8778875" cy="3209925"/>
          </a:xfrm>
          <a:prstGeom prst="rect">
            <a:avLst/>
          </a:prstGeom>
          <a:noFill/>
          <a:ln w="9525">
            <a:noFill/>
            <a:miter lim="800000"/>
            <a:headEnd/>
            <a:tailEnd/>
          </a:ln>
        </p:spPr>
      </p:pic>
      <p:sp>
        <p:nvSpPr>
          <p:cNvPr id="36868" name="TextBox 3"/>
          <p:cNvSpPr txBox="1">
            <a:spLocks noChangeArrowheads="1"/>
          </p:cNvSpPr>
          <p:nvPr/>
        </p:nvSpPr>
        <p:spPr bwMode="auto">
          <a:xfrm>
            <a:off x="6096000" y="1933575"/>
            <a:ext cx="696913" cy="369888"/>
          </a:xfrm>
          <a:prstGeom prst="rect">
            <a:avLst/>
          </a:prstGeom>
          <a:noFill/>
          <a:ln w="9525">
            <a:noFill/>
            <a:miter lim="800000"/>
            <a:headEnd/>
            <a:tailEnd/>
          </a:ln>
        </p:spPr>
        <p:txBody>
          <a:bodyPr wrap="none">
            <a:spAutoFit/>
          </a:bodyPr>
          <a:lstStyle/>
          <a:p>
            <a:pPr algn="ctr"/>
            <a:r>
              <a:rPr lang="en-US">
                <a:solidFill>
                  <a:srgbClr val="FF0000"/>
                </a:solidFill>
              </a:rPr>
              <a:t>3000</a:t>
            </a:r>
          </a:p>
        </p:txBody>
      </p:sp>
      <p:sp>
        <p:nvSpPr>
          <p:cNvPr id="36869" name="TextBox 4"/>
          <p:cNvSpPr txBox="1">
            <a:spLocks noChangeArrowheads="1"/>
          </p:cNvSpPr>
          <p:nvPr/>
        </p:nvSpPr>
        <p:spPr bwMode="auto">
          <a:xfrm>
            <a:off x="6096000" y="2251075"/>
            <a:ext cx="696913" cy="368300"/>
          </a:xfrm>
          <a:prstGeom prst="rect">
            <a:avLst/>
          </a:prstGeom>
          <a:noFill/>
          <a:ln w="9525">
            <a:noFill/>
            <a:miter lim="800000"/>
            <a:headEnd/>
            <a:tailEnd/>
          </a:ln>
        </p:spPr>
        <p:txBody>
          <a:bodyPr wrap="none">
            <a:spAutoFit/>
          </a:bodyPr>
          <a:lstStyle/>
          <a:p>
            <a:pPr algn="ctr"/>
            <a:r>
              <a:rPr lang="en-US">
                <a:solidFill>
                  <a:srgbClr val="FF0000"/>
                </a:solidFill>
              </a:rPr>
              <a:t>2400</a:t>
            </a:r>
          </a:p>
        </p:txBody>
      </p:sp>
      <p:sp>
        <p:nvSpPr>
          <p:cNvPr id="36870" name="TextBox 5"/>
          <p:cNvSpPr txBox="1">
            <a:spLocks noChangeArrowheads="1"/>
          </p:cNvSpPr>
          <p:nvPr/>
        </p:nvSpPr>
        <p:spPr bwMode="auto">
          <a:xfrm>
            <a:off x="6176963" y="3135313"/>
            <a:ext cx="312737" cy="369887"/>
          </a:xfrm>
          <a:prstGeom prst="rect">
            <a:avLst/>
          </a:prstGeom>
          <a:noFill/>
          <a:ln w="9525">
            <a:noFill/>
            <a:miter lim="800000"/>
            <a:headEnd/>
            <a:tailEnd/>
          </a:ln>
        </p:spPr>
        <p:txBody>
          <a:bodyPr wrap="none">
            <a:spAutoFit/>
          </a:bodyPr>
          <a:lstStyle/>
          <a:p>
            <a:pPr algn="ctr"/>
            <a:r>
              <a:rPr lang="en-US">
                <a:solidFill>
                  <a:srgbClr val="FF0000"/>
                </a:solidFill>
              </a:rPr>
              <a:t>7</a:t>
            </a:r>
          </a:p>
        </p:txBody>
      </p:sp>
      <p:sp>
        <p:nvSpPr>
          <p:cNvPr id="36871" name="TextBox 6"/>
          <p:cNvSpPr txBox="1">
            <a:spLocks noChangeArrowheads="1"/>
          </p:cNvSpPr>
          <p:nvPr/>
        </p:nvSpPr>
        <p:spPr bwMode="auto">
          <a:xfrm>
            <a:off x="6135688" y="3397250"/>
            <a:ext cx="569912" cy="369888"/>
          </a:xfrm>
          <a:prstGeom prst="rect">
            <a:avLst/>
          </a:prstGeom>
          <a:noFill/>
          <a:ln w="9525">
            <a:noFill/>
            <a:miter lim="800000"/>
            <a:headEnd/>
            <a:tailEnd/>
          </a:ln>
        </p:spPr>
        <p:txBody>
          <a:bodyPr wrap="none">
            <a:spAutoFit/>
          </a:bodyPr>
          <a:lstStyle/>
          <a:p>
            <a:pPr algn="ctr"/>
            <a:r>
              <a:rPr lang="en-US">
                <a:solidFill>
                  <a:srgbClr val="FF0000"/>
                </a:solidFill>
              </a:rPr>
              <a:t>343</a:t>
            </a:r>
          </a:p>
        </p:txBody>
      </p:sp>
      <p:sp>
        <p:nvSpPr>
          <p:cNvPr id="36872" name="TextBox 7"/>
          <p:cNvSpPr txBox="1">
            <a:spLocks noChangeArrowheads="1"/>
          </p:cNvSpPr>
          <p:nvPr/>
        </p:nvSpPr>
        <p:spPr bwMode="auto">
          <a:xfrm>
            <a:off x="6072188" y="2847975"/>
            <a:ext cx="633412" cy="369888"/>
          </a:xfrm>
          <a:prstGeom prst="rect">
            <a:avLst/>
          </a:prstGeom>
          <a:noFill/>
          <a:ln w="9525">
            <a:noFill/>
            <a:miter lim="800000"/>
            <a:headEnd/>
            <a:tailEnd/>
          </a:ln>
        </p:spPr>
        <p:txBody>
          <a:bodyPr wrap="none">
            <a:spAutoFit/>
          </a:bodyPr>
          <a:lstStyle/>
          <a:p>
            <a:pPr algn="ctr"/>
            <a:r>
              <a:rPr lang="en-US">
                <a:solidFill>
                  <a:srgbClr val="FF0000"/>
                </a:solidFill>
              </a:rPr>
              <a:t>8.75</a:t>
            </a:r>
          </a:p>
        </p:txBody>
      </p:sp>
      <p:sp>
        <p:nvSpPr>
          <p:cNvPr id="36873" name="TextBox 8"/>
          <p:cNvSpPr txBox="1">
            <a:spLocks noChangeArrowheads="1"/>
          </p:cNvSpPr>
          <p:nvPr/>
        </p:nvSpPr>
        <p:spPr bwMode="auto">
          <a:xfrm>
            <a:off x="533400" y="304800"/>
            <a:ext cx="1069975" cy="369888"/>
          </a:xfrm>
          <a:prstGeom prst="rect">
            <a:avLst/>
          </a:prstGeom>
          <a:noFill/>
          <a:ln w="9525">
            <a:noFill/>
            <a:miter lim="800000"/>
            <a:headEnd/>
            <a:tailEnd/>
          </a:ln>
        </p:spPr>
        <p:txBody>
          <a:bodyPr wrap="none">
            <a:spAutoFit/>
          </a:bodyPr>
          <a:lstStyle/>
          <a:p>
            <a:r>
              <a:rPr lang="en-US">
                <a:solidFill>
                  <a:srgbClr val="FF0000"/>
                </a:solidFill>
              </a:rPr>
              <a:t>Answers</a:t>
            </a:r>
          </a:p>
        </p:txBody>
      </p:sp>
      <p:sp>
        <p:nvSpPr>
          <p:cNvPr id="10" name="Oval 9"/>
          <p:cNvSpPr/>
          <p:nvPr/>
        </p:nvSpPr>
        <p:spPr>
          <a:xfrm>
            <a:off x="5334000" y="4038600"/>
            <a:ext cx="304800" cy="304800"/>
          </a:xfrm>
          <a:prstGeom prst="ellipse">
            <a:avLst/>
          </a:prstGeom>
          <a:noFill/>
          <a:ln>
            <a:solidFill>
              <a:schemeClr val="accent2"/>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6875" name="TextBox 10"/>
          <p:cNvSpPr txBox="1">
            <a:spLocks noChangeArrowheads="1"/>
          </p:cNvSpPr>
          <p:nvPr/>
        </p:nvSpPr>
        <p:spPr bwMode="auto">
          <a:xfrm>
            <a:off x="4038600" y="4038600"/>
            <a:ext cx="1300163" cy="369888"/>
          </a:xfrm>
          <a:prstGeom prst="rect">
            <a:avLst/>
          </a:prstGeom>
          <a:noFill/>
          <a:ln w="9525">
            <a:noFill/>
            <a:miter lim="800000"/>
            <a:headEnd/>
            <a:tailEnd/>
          </a:ln>
        </p:spPr>
        <p:txBody>
          <a:bodyPr wrap="none">
            <a:spAutoFit/>
          </a:bodyPr>
          <a:lstStyle/>
          <a:p>
            <a:r>
              <a:rPr lang="en-US">
                <a:solidFill>
                  <a:schemeClr val="accent2"/>
                </a:solidFill>
              </a:rPr>
              <a:t>unchecked</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normAutofit fontScale="90000"/>
          </a:bodyPr>
          <a:lstStyle/>
          <a:p>
            <a:r>
              <a:rPr lang="en-US" altLang="en-US" sz="3600" smtClean="0"/>
              <a:t>"Digital Media Primer" Yue-Ling Wong, </a:t>
            </a:r>
            <a:br>
              <a:rPr lang="en-US" altLang="en-US" sz="3600" smtClean="0"/>
            </a:br>
            <a:r>
              <a:rPr lang="en-US" altLang="en-US" sz="3600" smtClean="0"/>
              <a:t>Copyright (c)2013 by Pearson Education, Inc. All rights reserved.</a:t>
            </a:r>
          </a:p>
        </p:txBody>
      </p:sp>
      <p:sp>
        <p:nvSpPr>
          <p:cNvPr id="4" name="Slide Number Placeholder 3"/>
          <p:cNvSpPr>
            <a:spLocks noGrp="1"/>
          </p:cNvSpPr>
          <p:nvPr>
            <p:ph type="sldNum" sz="quarter" idx="12"/>
          </p:nvPr>
        </p:nvSpPr>
        <p:spPr/>
        <p:txBody>
          <a:bodyPr/>
          <a:lstStyle/>
          <a:p>
            <a:pPr>
              <a:defRPr/>
            </a:pPr>
            <a:fld id="{F585ED02-A2B6-44ED-953C-8A1A38EC05B4}" type="slidenum">
              <a:rPr lang="en-US" smtClean="0"/>
              <a:pPr>
                <a:defRPr/>
              </a:pPr>
              <a:t>57</a:t>
            </a:fld>
            <a:endParaRPr 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rtlCol="0">
            <a:normAutofit/>
          </a:bodyPr>
          <a:lstStyle/>
          <a:p>
            <a:pPr eaLnBrk="1" fontAlgn="auto" hangingPunct="1">
              <a:spcAft>
                <a:spcPts val="0"/>
              </a:spcAft>
              <a:defRPr/>
            </a:pPr>
            <a:r>
              <a:rPr lang="en-US" smtClean="0"/>
              <a:t>Part 8</a:t>
            </a:r>
          </a:p>
          <a:p>
            <a:pPr eaLnBrk="1" fontAlgn="auto" hangingPunct="1">
              <a:spcAft>
                <a:spcPts val="0"/>
              </a:spcAft>
              <a:defRPr/>
            </a:pPr>
            <a:r>
              <a:rPr lang="en-US" smtClean="0"/>
              <a:t>Vector Graphics</a:t>
            </a:r>
          </a:p>
        </p:txBody>
      </p:sp>
      <p:sp>
        <p:nvSpPr>
          <p:cNvPr id="4" name="Slide Number Placeholder 3"/>
          <p:cNvSpPr>
            <a:spLocks noGrp="1"/>
          </p:cNvSpPr>
          <p:nvPr>
            <p:ph type="sldNum" sz="quarter" idx="12"/>
          </p:nvPr>
        </p:nvSpPr>
        <p:spPr/>
        <p:txBody>
          <a:bodyPr/>
          <a:lstStyle/>
          <a:p>
            <a:pPr>
              <a:defRPr/>
            </a:pPr>
            <a:fld id="{79F6721A-13A9-4ED9-B96B-1EE01B8D6651}" type="slidenum">
              <a:rPr lang="en-US" smtClean="0"/>
              <a:pPr>
                <a:defRPr/>
              </a:pPr>
              <a:t>58</a:t>
            </a:fld>
            <a:endParaRPr lang="en-US"/>
          </a:p>
        </p:txBody>
      </p:sp>
      <p:sp>
        <p:nvSpPr>
          <p:cNvPr id="6" name="Title 1"/>
          <p:cNvSpPr>
            <a:spLocks noGrp="1"/>
          </p:cNvSpPr>
          <p:nvPr>
            <p:ph type="ctrTitle"/>
          </p:nvPr>
        </p:nvSpPr>
        <p:spPr>
          <a:xfrm>
            <a:off x="533400" y="2130425"/>
            <a:ext cx="8001000" cy="1470025"/>
          </a:xfrm>
        </p:spPr>
        <p:txBody>
          <a:bodyPr>
            <a:normAutofit fontScale="90000"/>
          </a:bodyPr>
          <a:lstStyle/>
          <a:p>
            <a:pPr eaLnBrk="1" hangingPunct="1">
              <a:defRPr/>
            </a:pPr>
            <a:r>
              <a:rPr lang="en-US" smtClean="0"/>
              <a:t>Chapter 3</a:t>
            </a:r>
            <a:br>
              <a:rPr lang="en-US" smtClean="0"/>
            </a:br>
            <a:r>
              <a:rPr lang="en-US" smtClean="0"/>
              <a:t>Capturing and Editing Digital Images</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altLang="en-US" smtClean="0"/>
              <a:t>In this lecture, you will learn:</a:t>
            </a:r>
          </a:p>
        </p:txBody>
      </p:sp>
      <p:sp>
        <p:nvSpPr>
          <p:cNvPr id="4099" name="Content Placeholder 2"/>
          <p:cNvSpPr>
            <a:spLocks noGrp="1"/>
          </p:cNvSpPr>
          <p:nvPr>
            <p:ph idx="1"/>
          </p:nvPr>
        </p:nvSpPr>
        <p:spPr/>
        <p:txBody>
          <a:bodyPr/>
          <a:lstStyle/>
          <a:p>
            <a:pPr eaLnBrk="1" hangingPunct="1"/>
            <a:r>
              <a:rPr lang="en-US" altLang="en-US" smtClean="0"/>
              <a:t>what make up a vector graphic object</a:t>
            </a:r>
          </a:p>
          <a:p>
            <a:pPr eaLnBrk="1" hangingPunct="1"/>
            <a:r>
              <a:rPr lang="en-US" altLang="en-US" smtClean="0"/>
              <a:t>what are paths, anchor points, direction handles, strokes, fills</a:t>
            </a:r>
          </a:p>
          <a:p>
            <a:pPr eaLnBrk="1" hangingPunct="1"/>
            <a:r>
              <a:rPr lang="en-US" altLang="en-US" smtClean="0"/>
              <a:t>the common tools to create and edit vector graphics</a:t>
            </a:r>
          </a:p>
          <a:p>
            <a:pPr eaLnBrk="1" hangingPunct="1"/>
            <a:r>
              <a:rPr lang="en-US" altLang="en-US" smtClean="0"/>
              <a:t>how to adjust the curviness and tangent of a path</a:t>
            </a:r>
          </a:p>
        </p:txBody>
      </p:sp>
      <p:sp>
        <p:nvSpPr>
          <p:cNvPr id="4" name="Slide Number Placeholder 3"/>
          <p:cNvSpPr>
            <a:spLocks noGrp="1"/>
          </p:cNvSpPr>
          <p:nvPr>
            <p:ph type="sldNum" sz="quarter" idx="12"/>
          </p:nvPr>
        </p:nvSpPr>
        <p:spPr/>
        <p:txBody>
          <a:bodyPr/>
          <a:lstStyle/>
          <a:p>
            <a:pPr>
              <a:defRPr/>
            </a:pPr>
            <a:fld id="{8D395098-C4AB-4BA7-90C0-8562A2966A8E}" type="slidenum">
              <a:rPr lang="en-US" smtClean="0"/>
              <a:pPr>
                <a:defRPr/>
              </a:pPr>
              <a:t>59</a:t>
            </a:fld>
            <a:endParaRPr 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en-US" smtClean="0"/>
              <a:t>Vector Graphics</a:t>
            </a:r>
          </a:p>
        </p:txBody>
      </p:sp>
      <p:sp>
        <p:nvSpPr>
          <p:cNvPr id="5123" name="Content Placeholder 2"/>
          <p:cNvSpPr>
            <a:spLocks noGrp="1"/>
          </p:cNvSpPr>
          <p:nvPr>
            <p:ph idx="1"/>
          </p:nvPr>
        </p:nvSpPr>
        <p:spPr/>
        <p:txBody>
          <a:bodyPr/>
          <a:lstStyle/>
          <a:p>
            <a:r>
              <a:rPr lang="en-US" altLang="en-US" smtClean="0"/>
              <a:t>Objects and shapes made up with paths, points, strokes and fills</a:t>
            </a:r>
          </a:p>
          <a:p>
            <a:endParaRPr lang="en-US" altLang="en-US" smtClean="0"/>
          </a:p>
          <a:p>
            <a:r>
              <a:rPr lang="en-US" altLang="en-US" smtClean="0"/>
              <a:t>Not pixel based</a:t>
            </a:r>
          </a:p>
        </p:txBody>
      </p:sp>
      <p:sp>
        <p:nvSpPr>
          <p:cNvPr id="4" name="Slide Number Placeholder 3"/>
          <p:cNvSpPr>
            <a:spLocks noGrp="1"/>
          </p:cNvSpPr>
          <p:nvPr>
            <p:ph type="sldNum" sz="quarter" idx="12"/>
          </p:nvPr>
        </p:nvSpPr>
        <p:spPr/>
        <p:txBody>
          <a:bodyPr/>
          <a:lstStyle/>
          <a:p>
            <a:pPr>
              <a:defRPr/>
            </a:pPr>
            <a:fld id="{B751E1AE-C93D-4124-BD11-18D13A2558B8}" type="slidenum">
              <a:rPr lang="en-US" smtClean="0"/>
              <a:pPr>
                <a:defRPr/>
              </a:pPr>
              <a:t>60</a:t>
            </a:fld>
            <a:endParaRPr 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Content Placeholder 4" descr="fig-18a-new-handle-with-label-path-point-handle.tif"/>
          <p:cNvPicPr>
            <a:picLocks noGrp="1" noChangeAspect="1"/>
          </p:cNvPicPr>
          <p:nvPr>
            <p:ph idx="1"/>
          </p:nvPr>
        </p:nvPicPr>
        <p:blipFill>
          <a:blip r:embed="rId2"/>
          <a:srcRect/>
          <a:stretch>
            <a:fillRect/>
          </a:stretch>
        </p:blipFill>
        <p:spPr>
          <a:xfrm>
            <a:off x="762000" y="2362200"/>
            <a:ext cx="3421063" cy="1916113"/>
          </a:xfrm>
        </p:spPr>
      </p:pic>
      <p:pic>
        <p:nvPicPr>
          <p:cNvPr id="6147" name="Picture 5" descr="fig-18b-new-path-closed-2008-0603.tif"/>
          <p:cNvPicPr>
            <a:picLocks noChangeAspect="1"/>
          </p:cNvPicPr>
          <p:nvPr/>
        </p:nvPicPr>
        <p:blipFill>
          <a:blip r:embed="rId3"/>
          <a:srcRect/>
          <a:stretch>
            <a:fillRect/>
          </a:stretch>
        </p:blipFill>
        <p:spPr bwMode="auto">
          <a:xfrm>
            <a:off x="4843463" y="2590800"/>
            <a:ext cx="3625850" cy="1752600"/>
          </a:xfrm>
          <a:prstGeom prst="rect">
            <a:avLst/>
          </a:prstGeom>
          <a:noFill/>
          <a:ln w="9525">
            <a:noFill/>
            <a:miter lim="800000"/>
            <a:headEnd/>
            <a:tailEnd/>
          </a:ln>
        </p:spPr>
      </p:pic>
      <p:sp>
        <p:nvSpPr>
          <p:cNvPr id="6148" name="Title 1"/>
          <p:cNvSpPr>
            <a:spLocks noGrp="1"/>
          </p:cNvSpPr>
          <p:nvPr>
            <p:ph type="title"/>
          </p:nvPr>
        </p:nvSpPr>
        <p:spPr/>
        <p:txBody>
          <a:bodyPr/>
          <a:lstStyle/>
          <a:p>
            <a:r>
              <a:rPr lang="en-US" altLang="en-US" smtClean="0"/>
              <a:t>Paths</a:t>
            </a:r>
          </a:p>
        </p:txBody>
      </p:sp>
      <p:sp>
        <p:nvSpPr>
          <p:cNvPr id="4" name="Slide Number Placeholder 3"/>
          <p:cNvSpPr>
            <a:spLocks noGrp="1"/>
          </p:cNvSpPr>
          <p:nvPr>
            <p:ph type="sldNum" sz="quarter" idx="12"/>
          </p:nvPr>
        </p:nvSpPr>
        <p:spPr/>
        <p:txBody>
          <a:bodyPr/>
          <a:lstStyle/>
          <a:p>
            <a:pPr>
              <a:defRPr/>
            </a:pPr>
            <a:fld id="{A5458556-135D-4C6B-A436-CA1AAF5F8D67}" type="slidenum">
              <a:rPr lang="en-US" smtClean="0"/>
              <a:pPr>
                <a:defRPr/>
              </a:pPr>
              <a:t>61</a:t>
            </a:fld>
            <a:endParaRPr lang="en-US"/>
          </a:p>
        </p:txBody>
      </p:sp>
      <p:sp>
        <p:nvSpPr>
          <p:cNvPr id="6150" name="TextBox 6"/>
          <p:cNvSpPr txBox="1">
            <a:spLocks noChangeArrowheads="1"/>
          </p:cNvSpPr>
          <p:nvPr/>
        </p:nvSpPr>
        <p:spPr bwMode="auto">
          <a:xfrm>
            <a:off x="1752600" y="4495800"/>
            <a:ext cx="1211263" cy="369888"/>
          </a:xfrm>
          <a:prstGeom prst="rect">
            <a:avLst/>
          </a:prstGeom>
          <a:noFill/>
          <a:ln w="9525">
            <a:noFill/>
            <a:miter lim="800000"/>
            <a:headEnd/>
            <a:tailEnd/>
          </a:ln>
        </p:spPr>
        <p:txBody>
          <a:bodyPr wrap="none">
            <a:spAutoFit/>
          </a:bodyPr>
          <a:lstStyle/>
          <a:p>
            <a:pPr algn="ctr"/>
            <a:r>
              <a:rPr lang="en-US" altLang="en-US"/>
              <a:t>open path</a:t>
            </a:r>
          </a:p>
        </p:txBody>
      </p:sp>
      <p:sp>
        <p:nvSpPr>
          <p:cNvPr id="6151" name="TextBox 7"/>
          <p:cNvSpPr txBox="1">
            <a:spLocks noChangeArrowheads="1"/>
          </p:cNvSpPr>
          <p:nvPr/>
        </p:nvSpPr>
        <p:spPr bwMode="auto">
          <a:xfrm>
            <a:off x="5875338" y="4495800"/>
            <a:ext cx="1363662" cy="369888"/>
          </a:xfrm>
          <a:prstGeom prst="rect">
            <a:avLst/>
          </a:prstGeom>
          <a:noFill/>
          <a:ln w="9525">
            <a:noFill/>
            <a:miter lim="800000"/>
            <a:headEnd/>
            <a:tailEnd/>
          </a:ln>
        </p:spPr>
        <p:txBody>
          <a:bodyPr wrap="none">
            <a:spAutoFit/>
          </a:bodyPr>
          <a:lstStyle/>
          <a:p>
            <a:pPr algn="ctr"/>
            <a:r>
              <a:rPr lang="en-US" altLang="en-US"/>
              <a:t>closed path</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ltLang="en-US" smtClean="0"/>
              <a:t>Paths and Points</a:t>
            </a:r>
          </a:p>
        </p:txBody>
      </p:sp>
      <p:sp>
        <p:nvSpPr>
          <p:cNvPr id="7171" name="Content Placeholder 2"/>
          <p:cNvSpPr>
            <a:spLocks noGrp="1"/>
          </p:cNvSpPr>
          <p:nvPr>
            <p:ph idx="1"/>
          </p:nvPr>
        </p:nvSpPr>
        <p:spPr/>
        <p:txBody>
          <a:bodyPr/>
          <a:lstStyle/>
          <a:p>
            <a:r>
              <a:rPr lang="en-US" altLang="en-US" smtClean="0"/>
              <a:t>A mathematical description of an abstract line or curve</a:t>
            </a:r>
          </a:p>
          <a:p>
            <a:endParaRPr lang="en-US" altLang="en-US" smtClean="0"/>
          </a:p>
          <a:p>
            <a:r>
              <a:rPr lang="en-US" altLang="en-US" smtClean="0"/>
              <a:t>Defined by a set of points, called </a:t>
            </a:r>
            <a:r>
              <a:rPr lang="en-US" altLang="en-US" i="1" smtClean="0"/>
              <a:t>anchor points</a:t>
            </a:r>
          </a:p>
        </p:txBody>
      </p:sp>
      <p:sp>
        <p:nvSpPr>
          <p:cNvPr id="4" name="Slide Number Placeholder 3"/>
          <p:cNvSpPr>
            <a:spLocks noGrp="1"/>
          </p:cNvSpPr>
          <p:nvPr>
            <p:ph type="sldNum" sz="quarter" idx="12"/>
          </p:nvPr>
        </p:nvSpPr>
        <p:spPr/>
        <p:txBody>
          <a:bodyPr/>
          <a:lstStyle/>
          <a:p>
            <a:pPr>
              <a:defRPr/>
            </a:pPr>
            <a:fld id="{FBC2FDB8-3DE9-4BB6-B3B1-86EB2A830D76}" type="slidenum">
              <a:rPr lang="en-US" smtClean="0"/>
              <a:pPr>
                <a:defRPr/>
              </a:pPr>
              <a:t>62</a:t>
            </a:fld>
            <a:endParaRPr lang="en-US"/>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ltLang="en-US" smtClean="0"/>
              <a:t>Tangent and Curviness</a:t>
            </a:r>
          </a:p>
        </p:txBody>
      </p:sp>
      <p:sp>
        <p:nvSpPr>
          <p:cNvPr id="8195" name="Content Placeholder 2"/>
          <p:cNvSpPr>
            <a:spLocks noGrp="1"/>
          </p:cNvSpPr>
          <p:nvPr>
            <p:ph idx="1"/>
          </p:nvPr>
        </p:nvSpPr>
        <p:spPr/>
        <p:txBody>
          <a:bodyPr/>
          <a:lstStyle/>
          <a:p>
            <a:pPr algn="l" rtl="0"/>
            <a:r>
              <a:rPr lang="en-US" altLang="en-US" dirty="0" smtClean="0"/>
              <a:t>Each point has </a:t>
            </a:r>
            <a:r>
              <a:rPr lang="en-US" altLang="en-US" i="1" dirty="0" smtClean="0"/>
              <a:t>direction handles </a:t>
            </a:r>
            <a:r>
              <a:rPr lang="en-US" altLang="en-US" dirty="0" smtClean="0"/>
              <a:t>or </a:t>
            </a:r>
            <a:r>
              <a:rPr lang="en-US" altLang="en-US" i="1" dirty="0" smtClean="0"/>
              <a:t>tangent handles</a:t>
            </a:r>
            <a:r>
              <a:rPr lang="en-US" altLang="en-US" dirty="0" smtClean="0"/>
              <a:t>. </a:t>
            </a:r>
          </a:p>
          <a:p>
            <a:pPr algn="l" rtl="0"/>
            <a:r>
              <a:rPr lang="en-US" altLang="en-US" dirty="0" smtClean="0"/>
              <a:t>Handle's angle: tangent at the point</a:t>
            </a:r>
          </a:p>
          <a:p>
            <a:pPr algn="l" rtl="0"/>
            <a:r>
              <a:rPr lang="en-US" altLang="en-US" dirty="0" smtClean="0"/>
              <a:t>Handle's length: curviness at the point</a:t>
            </a:r>
          </a:p>
          <a:p>
            <a:endParaRPr lang="en-US" altLang="en-US" dirty="0" smtClean="0"/>
          </a:p>
        </p:txBody>
      </p:sp>
      <p:sp>
        <p:nvSpPr>
          <p:cNvPr id="4" name="Slide Number Placeholder 3"/>
          <p:cNvSpPr>
            <a:spLocks noGrp="1"/>
          </p:cNvSpPr>
          <p:nvPr>
            <p:ph type="sldNum" sz="quarter" idx="12"/>
          </p:nvPr>
        </p:nvSpPr>
        <p:spPr/>
        <p:txBody>
          <a:bodyPr/>
          <a:lstStyle/>
          <a:p>
            <a:pPr>
              <a:defRPr/>
            </a:pPr>
            <a:fld id="{09389CA8-6C06-461E-8DAC-3A46BC877AFB}" type="slidenum">
              <a:rPr lang="en-US" smtClean="0"/>
              <a:pPr>
                <a:defRPr/>
              </a:pPr>
              <a:t>63</a:t>
            </a:fld>
            <a:endParaRPr lang="en-US"/>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Content Placeholder 4" descr="fig-18a-new-handle-with-label-path-point-handle.tif"/>
          <p:cNvPicPr>
            <a:picLocks noChangeAspect="1"/>
          </p:cNvPicPr>
          <p:nvPr/>
        </p:nvPicPr>
        <p:blipFill>
          <a:blip r:embed="rId2"/>
          <a:srcRect/>
          <a:stretch>
            <a:fillRect/>
          </a:stretch>
        </p:blipFill>
        <p:spPr bwMode="auto">
          <a:xfrm>
            <a:off x="1143000" y="1371600"/>
            <a:ext cx="4114800" cy="2362200"/>
          </a:xfrm>
          <a:prstGeom prst="rect">
            <a:avLst/>
          </a:prstGeom>
          <a:noFill/>
          <a:ln w="9525">
            <a:noFill/>
            <a:miter lim="800000"/>
            <a:headEnd/>
            <a:tailEnd/>
          </a:ln>
        </p:spPr>
      </p:pic>
      <p:pic>
        <p:nvPicPr>
          <p:cNvPr id="9219" name="Picture 7" descr="fig-19c-handle2.tif"/>
          <p:cNvPicPr>
            <a:picLocks noChangeAspect="1"/>
          </p:cNvPicPr>
          <p:nvPr/>
        </p:nvPicPr>
        <p:blipFill>
          <a:blip r:embed="rId3"/>
          <a:srcRect/>
          <a:stretch>
            <a:fillRect/>
          </a:stretch>
        </p:blipFill>
        <p:spPr bwMode="auto">
          <a:xfrm>
            <a:off x="1143000" y="3962400"/>
            <a:ext cx="4081463" cy="2286000"/>
          </a:xfrm>
          <a:prstGeom prst="rect">
            <a:avLst/>
          </a:prstGeom>
          <a:noFill/>
          <a:ln w="9525">
            <a:noFill/>
            <a:miter lim="800000"/>
            <a:headEnd/>
            <a:tailEnd/>
          </a:ln>
        </p:spPr>
      </p:pic>
      <p:sp>
        <p:nvSpPr>
          <p:cNvPr id="9220" name="Title 1"/>
          <p:cNvSpPr>
            <a:spLocks noGrp="1"/>
          </p:cNvSpPr>
          <p:nvPr>
            <p:ph type="title"/>
          </p:nvPr>
        </p:nvSpPr>
        <p:spPr/>
        <p:txBody>
          <a:bodyPr/>
          <a:lstStyle/>
          <a:p>
            <a:r>
              <a:rPr lang="en-US" altLang="en-US" smtClean="0"/>
              <a:t>Angle of Handle: Tangent</a:t>
            </a:r>
          </a:p>
        </p:txBody>
      </p:sp>
      <p:sp>
        <p:nvSpPr>
          <p:cNvPr id="4" name="Slide Number Placeholder 3"/>
          <p:cNvSpPr>
            <a:spLocks noGrp="1"/>
          </p:cNvSpPr>
          <p:nvPr>
            <p:ph type="sldNum" sz="quarter" idx="12"/>
          </p:nvPr>
        </p:nvSpPr>
        <p:spPr/>
        <p:txBody>
          <a:bodyPr/>
          <a:lstStyle/>
          <a:p>
            <a:pPr>
              <a:defRPr/>
            </a:pPr>
            <a:fld id="{862F41EF-BA08-41B0-B215-96F90E84BA68}" type="slidenum">
              <a:rPr lang="en-US" smtClean="0"/>
              <a:pPr>
                <a:defRPr/>
              </a:pPr>
              <a:t>64</a:t>
            </a:fld>
            <a:endParaRPr 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smtClean="0"/>
              <a:t>Length of Handle: Curviness</a:t>
            </a:r>
          </a:p>
        </p:txBody>
      </p:sp>
      <p:sp>
        <p:nvSpPr>
          <p:cNvPr id="4" name="Slide Number Placeholder 3"/>
          <p:cNvSpPr>
            <a:spLocks noGrp="1"/>
          </p:cNvSpPr>
          <p:nvPr>
            <p:ph type="sldNum" sz="quarter" idx="12"/>
          </p:nvPr>
        </p:nvSpPr>
        <p:spPr/>
        <p:txBody>
          <a:bodyPr/>
          <a:lstStyle/>
          <a:p>
            <a:pPr>
              <a:defRPr/>
            </a:pPr>
            <a:fld id="{91B73939-298E-42EC-855F-89DD80D63F3F}" type="slidenum">
              <a:rPr lang="en-US" smtClean="0"/>
              <a:pPr>
                <a:defRPr/>
              </a:pPr>
              <a:t>65</a:t>
            </a:fld>
            <a:endParaRPr lang="en-US"/>
          </a:p>
        </p:txBody>
      </p:sp>
      <p:pic>
        <p:nvPicPr>
          <p:cNvPr id="10244" name="Picture 5" descr="fig-19a-handle-longer.tif"/>
          <p:cNvPicPr>
            <a:picLocks noChangeAspect="1"/>
          </p:cNvPicPr>
          <p:nvPr/>
        </p:nvPicPr>
        <p:blipFill>
          <a:blip r:embed="rId2"/>
          <a:srcRect/>
          <a:stretch>
            <a:fillRect/>
          </a:stretch>
        </p:blipFill>
        <p:spPr bwMode="auto">
          <a:xfrm>
            <a:off x="1143000" y="1371600"/>
            <a:ext cx="4081463" cy="2286000"/>
          </a:xfrm>
          <a:prstGeom prst="rect">
            <a:avLst/>
          </a:prstGeom>
          <a:noFill/>
          <a:ln w="9525">
            <a:noFill/>
            <a:miter lim="800000"/>
            <a:headEnd/>
            <a:tailEnd/>
          </a:ln>
        </p:spPr>
      </p:pic>
      <p:pic>
        <p:nvPicPr>
          <p:cNvPr id="10245" name="Picture 6" descr="fig-19b-handle-shorter.tif"/>
          <p:cNvPicPr>
            <a:picLocks noChangeAspect="1"/>
          </p:cNvPicPr>
          <p:nvPr/>
        </p:nvPicPr>
        <p:blipFill>
          <a:blip r:embed="rId3"/>
          <a:srcRect/>
          <a:stretch>
            <a:fillRect/>
          </a:stretch>
        </p:blipFill>
        <p:spPr bwMode="auto">
          <a:xfrm>
            <a:off x="1143000" y="3962400"/>
            <a:ext cx="4081463" cy="2286000"/>
          </a:xfrm>
          <a:prstGeom prst="rect">
            <a:avLst/>
          </a:prstGeom>
          <a:noFill/>
          <a:ln w="9525">
            <a:noFill/>
            <a:miter lim="800000"/>
            <a:headEnd/>
            <a:tailEnd/>
          </a:ln>
        </p:spPr>
      </p:pic>
      <p:sp>
        <p:nvSpPr>
          <p:cNvPr id="10246" name="TextBox 8"/>
          <p:cNvSpPr txBox="1">
            <a:spLocks noChangeArrowheads="1"/>
          </p:cNvSpPr>
          <p:nvPr/>
        </p:nvSpPr>
        <p:spPr bwMode="auto">
          <a:xfrm>
            <a:off x="5715000" y="2209800"/>
            <a:ext cx="2133600" cy="646113"/>
          </a:xfrm>
          <a:prstGeom prst="rect">
            <a:avLst/>
          </a:prstGeom>
          <a:noFill/>
          <a:ln w="9525">
            <a:noFill/>
            <a:miter lim="800000"/>
            <a:headEnd/>
            <a:tailEnd/>
          </a:ln>
        </p:spPr>
        <p:txBody>
          <a:bodyPr wrap="none">
            <a:spAutoFit/>
          </a:bodyPr>
          <a:lstStyle/>
          <a:p>
            <a:r>
              <a:rPr lang="en-US" altLang="en-US"/>
              <a:t>Longer handle</a:t>
            </a:r>
          </a:p>
          <a:p>
            <a:r>
              <a:rPr lang="en-US" altLang="en-US"/>
              <a:t>Curvier at the point</a:t>
            </a:r>
          </a:p>
        </p:txBody>
      </p:sp>
      <p:sp>
        <p:nvSpPr>
          <p:cNvPr id="10247" name="TextBox 9"/>
          <p:cNvSpPr txBox="1">
            <a:spLocks noChangeArrowheads="1"/>
          </p:cNvSpPr>
          <p:nvPr/>
        </p:nvSpPr>
        <p:spPr bwMode="auto">
          <a:xfrm>
            <a:off x="5715000" y="4916488"/>
            <a:ext cx="2749550" cy="646112"/>
          </a:xfrm>
          <a:prstGeom prst="rect">
            <a:avLst/>
          </a:prstGeom>
          <a:noFill/>
          <a:ln w="9525">
            <a:noFill/>
            <a:miter lim="800000"/>
            <a:headEnd/>
            <a:tailEnd/>
          </a:ln>
        </p:spPr>
        <p:txBody>
          <a:bodyPr wrap="none">
            <a:spAutoFit/>
          </a:bodyPr>
          <a:lstStyle/>
          <a:p>
            <a:r>
              <a:rPr lang="en-US" altLang="en-US"/>
              <a:t>Shorter handle</a:t>
            </a:r>
          </a:p>
          <a:p>
            <a:r>
              <a:rPr lang="en-US" altLang="en-US"/>
              <a:t>More angular at the point</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ltLang="en-US" dirty="0" smtClean="0"/>
              <a:t>Corner Points vs. Smooth Points</a:t>
            </a:r>
          </a:p>
        </p:txBody>
      </p:sp>
      <p:sp>
        <p:nvSpPr>
          <p:cNvPr id="3" name="Content Placeholder 2"/>
          <p:cNvSpPr>
            <a:spLocks noGrp="1"/>
          </p:cNvSpPr>
          <p:nvPr>
            <p:ph idx="1"/>
          </p:nvPr>
        </p:nvSpPr>
        <p:spPr/>
        <p:txBody>
          <a:bodyPr>
            <a:normAutofit fontScale="92500" lnSpcReduction="10000"/>
          </a:bodyPr>
          <a:lstStyle/>
          <a:p>
            <a:pPr algn="l" rtl="0">
              <a:buFont typeface="Arial" charset="0"/>
              <a:buChar char="•"/>
              <a:defRPr/>
            </a:pPr>
            <a:r>
              <a:rPr lang="en-US" dirty="0" smtClean="0"/>
              <a:t>Corner point:</a:t>
            </a:r>
          </a:p>
          <a:p>
            <a:pPr lvl="1" algn="l" rtl="0">
              <a:buFont typeface="Arial" charset="0"/>
              <a:buChar char="–"/>
              <a:defRPr/>
            </a:pPr>
            <a:r>
              <a:rPr lang="en-US" dirty="0" smtClean="0"/>
              <a:t>appears sharp and angular</a:t>
            </a:r>
          </a:p>
          <a:p>
            <a:pPr lvl="1" algn="l" rtl="0">
              <a:buFont typeface="Arial" charset="0"/>
              <a:buChar char="–"/>
              <a:defRPr/>
            </a:pPr>
            <a:r>
              <a:rPr lang="en-US" dirty="0" smtClean="0"/>
              <a:t>handles have zero length</a:t>
            </a:r>
          </a:p>
          <a:p>
            <a:pPr lvl="1" algn="l" rtl="0">
              <a:buFont typeface="Arial" charset="0"/>
              <a:buChar char="–"/>
              <a:defRPr/>
            </a:pPr>
            <a:r>
              <a:rPr lang="en-US" dirty="0" smtClean="0"/>
              <a:t>used for creating straight segments</a:t>
            </a:r>
          </a:p>
          <a:p>
            <a:pPr lvl="1" algn="l" rtl="0">
              <a:buFont typeface="Arial" charset="0"/>
              <a:buChar char="–"/>
              <a:defRPr/>
            </a:pPr>
            <a:r>
              <a:rPr lang="en-US" dirty="0" smtClean="0"/>
              <a:t>In vector graphic programs, a corner point does not have handles.</a:t>
            </a:r>
          </a:p>
          <a:p>
            <a:pPr lvl="1" algn="l" rtl="0">
              <a:buFont typeface="Arial" charset="0"/>
              <a:buChar char="–"/>
              <a:defRPr/>
            </a:pPr>
            <a:endParaRPr lang="en-US" dirty="0" smtClean="0"/>
          </a:p>
          <a:p>
            <a:pPr algn="l" rtl="0">
              <a:buFont typeface="Arial" charset="0"/>
              <a:buChar char="•"/>
              <a:defRPr/>
            </a:pPr>
            <a:r>
              <a:rPr lang="en-US" dirty="0" smtClean="0"/>
              <a:t>Smooth point:</a:t>
            </a:r>
          </a:p>
          <a:p>
            <a:pPr lvl="1" algn="l" rtl="0">
              <a:buFont typeface="Arial" charset="0"/>
              <a:buChar char="–"/>
              <a:defRPr/>
            </a:pPr>
            <a:r>
              <a:rPr lang="en-US" dirty="0" smtClean="0"/>
              <a:t>has direction handles to let you adjust the tangent and curviness at the point</a:t>
            </a:r>
            <a:endParaRPr lang="en-US" dirty="0"/>
          </a:p>
        </p:txBody>
      </p:sp>
      <p:sp>
        <p:nvSpPr>
          <p:cNvPr id="4" name="Slide Number Placeholder 3"/>
          <p:cNvSpPr>
            <a:spLocks noGrp="1"/>
          </p:cNvSpPr>
          <p:nvPr>
            <p:ph type="sldNum" sz="quarter" idx="12"/>
          </p:nvPr>
        </p:nvSpPr>
        <p:spPr/>
        <p:txBody>
          <a:bodyPr/>
          <a:lstStyle/>
          <a:p>
            <a:pPr>
              <a:defRPr/>
            </a:pPr>
            <a:fld id="{5B0D4ED1-0D65-416E-9221-2B0BA69B26F2}" type="slidenum">
              <a:rPr lang="en-US" smtClean="0"/>
              <a:pPr>
                <a:defRPr/>
              </a:pPr>
              <a:t>66</a:t>
            </a:fld>
            <a:endParaRPr lang="en-US"/>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smtClean="0"/>
              <a:t>Corner Points vs. Smooth Points</a:t>
            </a:r>
          </a:p>
        </p:txBody>
      </p:sp>
      <p:sp>
        <p:nvSpPr>
          <p:cNvPr id="4" name="Slide Number Placeholder 3"/>
          <p:cNvSpPr>
            <a:spLocks noGrp="1"/>
          </p:cNvSpPr>
          <p:nvPr>
            <p:ph type="sldNum" sz="quarter" idx="12"/>
          </p:nvPr>
        </p:nvSpPr>
        <p:spPr/>
        <p:txBody>
          <a:bodyPr/>
          <a:lstStyle/>
          <a:p>
            <a:pPr>
              <a:defRPr/>
            </a:pPr>
            <a:fld id="{3EBFC599-2BA9-4F45-B653-CF71933E6DAC}" type="slidenum">
              <a:rPr lang="en-US" smtClean="0"/>
              <a:pPr>
                <a:defRPr/>
              </a:pPr>
              <a:t>67</a:t>
            </a:fld>
            <a:endParaRPr lang="en-US"/>
          </a:p>
        </p:txBody>
      </p:sp>
      <p:pic>
        <p:nvPicPr>
          <p:cNvPr id="12292" name="Content Placeholder 5" descr="fig-20-path.tif"/>
          <p:cNvPicPr>
            <a:picLocks noGrp="1" noChangeAspect="1"/>
          </p:cNvPicPr>
          <p:nvPr>
            <p:ph idx="1"/>
          </p:nvPr>
        </p:nvPicPr>
        <p:blipFill>
          <a:blip r:embed="rId2"/>
          <a:srcRect/>
          <a:stretch>
            <a:fillRect/>
          </a:stretch>
        </p:blipFill>
        <p:spPr>
          <a:xfrm>
            <a:off x="1828800" y="1752600"/>
            <a:ext cx="5713413" cy="3200400"/>
          </a:xfrm>
        </p:spPr>
      </p:pic>
      <p:cxnSp>
        <p:nvCxnSpPr>
          <p:cNvPr id="8" name="Straight Arrow Connector 7"/>
          <p:cNvCxnSpPr/>
          <p:nvPr/>
        </p:nvCxnSpPr>
        <p:spPr>
          <a:xfrm rot="16200000" flipH="1">
            <a:off x="2324100" y="2324100"/>
            <a:ext cx="457200" cy="762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9" name="Straight Arrow Connector 8"/>
          <p:cNvCxnSpPr/>
          <p:nvPr/>
        </p:nvCxnSpPr>
        <p:spPr>
          <a:xfrm rot="5400000">
            <a:off x="3238500" y="2933700"/>
            <a:ext cx="533400" cy="1524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1" name="Straight Arrow Connector 10"/>
          <p:cNvCxnSpPr/>
          <p:nvPr/>
        </p:nvCxnSpPr>
        <p:spPr>
          <a:xfrm rot="16200000" flipH="1">
            <a:off x="1676400" y="2971800"/>
            <a:ext cx="457200" cy="3048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3" name="Straight Arrow Connector 12"/>
          <p:cNvCxnSpPr/>
          <p:nvPr/>
        </p:nvCxnSpPr>
        <p:spPr>
          <a:xfrm rot="5400000">
            <a:off x="7162800" y="2362200"/>
            <a:ext cx="381000" cy="2286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2297" name="TextBox 14"/>
          <p:cNvSpPr txBox="1">
            <a:spLocks noChangeArrowheads="1"/>
          </p:cNvSpPr>
          <p:nvPr/>
        </p:nvSpPr>
        <p:spPr bwMode="auto">
          <a:xfrm>
            <a:off x="533400" y="2438400"/>
            <a:ext cx="1403350" cy="369888"/>
          </a:xfrm>
          <a:prstGeom prst="rect">
            <a:avLst/>
          </a:prstGeom>
          <a:noFill/>
          <a:ln w="9525">
            <a:noFill/>
            <a:miter lim="800000"/>
            <a:headEnd/>
            <a:tailEnd/>
          </a:ln>
        </p:spPr>
        <p:txBody>
          <a:bodyPr wrap="none">
            <a:spAutoFit/>
          </a:bodyPr>
          <a:lstStyle/>
          <a:p>
            <a:r>
              <a:rPr lang="en-US" altLang="en-US">
                <a:solidFill>
                  <a:schemeClr val="accent2"/>
                </a:solidFill>
              </a:rPr>
              <a:t>corner point</a:t>
            </a:r>
          </a:p>
        </p:txBody>
      </p:sp>
      <p:sp>
        <p:nvSpPr>
          <p:cNvPr id="12298" name="TextBox 15"/>
          <p:cNvSpPr txBox="1">
            <a:spLocks noChangeArrowheads="1"/>
          </p:cNvSpPr>
          <p:nvPr/>
        </p:nvSpPr>
        <p:spPr bwMode="auto">
          <a:xfrm>
            <a:off x="1447800" y="1752600"/>
            <a:ext cx="1403350" cy="369888"/>
          </a:xfrm>
          <a:prstGeom prst="rect">
            <a:avLst/>
          </a:prstGeom>
          <a:noFill/>
          <a:ln w="9525">
            <a:noFill/>
            <a:miter lim="800000"/>
            <a:headEnd/>
            <a:tailEnd/>
          </a:ln>
        </p:spPr>
        <p:txBody>
          <a:bodyPr wrap="none">
            <a:spAutoFit/>
          </a:bodyPr>
          <a:lstStyle/>
          <a:p>
            <a:r>
              <a:rPr lang="en-US" altLang="en-US">
                <a:solidFill>
                  <a:schemeClr val="accent2"/>
                </a:solidFill>
              </a:rPr>
              <a:t>corner point</a:t>
            </a:r>
          </a:p>
        </p:txBody>
      </p:sp>
      <p:sp>
        <p:nvSpPr>
          <p:cNvPr id="12299" name="TextBox 16"/>
          <p:cNvSpPr txBox="1">
            <a:spLocks noChangeArrowheads="1"/>
          </p:cNvSpPr>
          <p:nvPr/>
        </p:nvSpPr>
        <p:spPr bwMode="auto">
          <a:xfrm>
            <a:off x="2971800" y="2362200"/>
            <a:ext cx="1403350" cy="369888"/>
          </a:xfrm>
          <a:prstGeom prst="rect">
            <a:avLst/>
          </a:prstGeom>
          <a:noFill/>
          <a:ln w="9525">
            <a:noFill/>
            <a:miter lim="800000"/>
            <a:headEnd/>
            <a:tailEnd/>
          </a:ln>
        </p:spPr>
        <p:txBody>
          <a:bodyPr wrap="none">
            <a:spAutoFit/>
          </a:bodyPr>
          <a:lstStyle/>
          <a:p>
            <a:r>
              <a:rPr lang="en-US" altLang="en-US">
                <a:solidFill>
                  <a:schemeClr val="accent2"/>
                </a:solidFill>
              </a:rPr>
              <a:t>corner point</a:t>
            </a:r>
          </a:p>
        </p:txBody>
      </p:sp>
      <p:sp>
        <p:nvSpPr>
          <p:cNvPr id="12300" name="TextBox 17"/>
          <p:cNvSpPr txBox="1">
            <a:spLocks noChangeArrowheads="1"/>
          </p:cNvSpPr>
          <p:nvPr/>
        </p:nvSpPr>
        <p:spPr bwMode="auto">
          <a:xfrm>
            <a:off x="6934200" y="1905000"/>
            <a:ext cx="1403350" cy="369888"/>
          </a:xfrm>
          <a:prstGeom prst="rect">
            <a:avLst/>
          </a:prstGeom>
          <a:noFill/>
          <a:ln w="9525">
            <a:noFill/>
            <a:miter lim="800000"/>
            <a:headEnd/>
            <a:tailEnd/>
          </a:ln>
        </p:spPr>
        <p:txBody>
          <a:bodyPr wrap="none">
            <a:spAutoFit/>
          </a:bodyPr>
          <a:lstStyle/>
          <a:p>
            <a:r>
              <a:rPr lang="en-US" altLang="en-US">
                <a:solidFill>
                  <a:schemeClr val="accent2"/>
                </a:solidFill>
              </a:rPr>
              <a:t>corner point</a:t>
            </a:r>
          </a:p>
        </p:txBody>
      </p:sp>
      <p:cxnSp>
        <p:nvCxnSpPr>
          <p:cNvPr id="20" name="Straight Arrow Connector 19"/>
          <p:cNvCxnSpPr/>
          <p:nvPr/>
        </p:nvCxnSpPr>
        <p:spPr>
          <a:xfrm rot="16200000" flipH="1">
            <a:off x="5600700" y="2171700"/>
            <a:ext cx="381000" cy="152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a:xfrm rot="16200000" flipV="1">
            <a:off x="6362700" y="3238500"/>
            <a:ext cx="381000" cy="3048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3" name="Straight Arrow Connector 22"/>
          <p:cNvCxnSpPr/>
          <p:nvPr/>
        </p:nvCxnSpPr>
        <p:spPr>
          <a:xfrm rot="16200000" flipV="1">
            <a:off x="5676900" y="4152900"/>
            <a:ext cx="381000" cy="3048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4" name="Straight Arrow Connector 23"/>
          <p:cNvCxnSpPr/>
          <p:nvPr/>
        </p:nvCxnSpPr>
        <p:spPr>
          <a:xfrm rot="5400000" flipH="1" flipV="1">
            <a:off x="3886200" y="4572000"/>
            <a:ext cx="381000" cy="2286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5" name="Straight Arrow Connector 24"/>
          <p:cNvCxnSpPr/>
          <p:nvPr/>
        </p:nvCxnSpPr>
        <p:spPr>
          <a:xfrm rot="5400000" flipH="1" flipV="1">
            <a:off x="2933700" y="3924300"/>
            <a:ext cx="381000" cy="3048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2306" name="TextBox 30"/>
          <p:cNvSpPr txBox="1">
            <a:spLocks noChangeArrowheads="1"/>
          </p:cNvSpPr>
          <p:nvPr/>
        </p:nvSpPr>
        <p:spPr bwMode="auto">
          <a:xfrm>
            <a:off x="1828800" y="4419600"/>
            <a:ext cx="1504950" cy="369888"/>
          </a:xfrm>
          <a:prstGeom prst="rect">
            <a:avLst/>
          </a:prstGeom>
          <a:noFill/>
          <a:ln w="9525">
            <a:noFill/>
            <a:miter lim="800000"/>
            <a:headEnd/>
            <a:tailEnd/>
          </a:ln>
        </p:spPr>
        <p:txBody>
          <a:bodyPr wrap="none">
            <a:spAutoFit/>
          </a:bodyPr>
          <a:lstStyle/>
          <a:p>
            <a:r>
              <a:rPr lang="en-US" altLang="en-US"/>
              <a:t>smooth point</a:t>
            </a:r>
          </a:p>
        </p:txBody>
      </p:sp>
      <p:sp>
        <p:nvSpPr>
          <p:cNvPr id="12307" name="TextBox 31"/>
          <p:cNvSpPr txBox="1">
            <a:spLocks noChangeArrowheads="1"/>
          </p:cNvSpPr>
          <p:nvPr/>
        </p:nvSpPr>
        <p:spPr bwMode="auto">
          <a:xfrm>
            <a:off x="3200400" y="4953000"/>
            <a:ext cx="1504950" cy="369888"/>
          </a:xfrm>
          <a:prstGeom prst="rect">
            <a:avLst/>
          </a:prstGeom>
          <a:noFill/>
          <a:ln w="9525">
            <a:noFill/>
            <a:miter lim="800000"/>
            <a:headEnd/>
            <a:tailEnd/>
          </a:ln>
        </p:spPr>
        <p:txBody>
          <a:bodyPr wrap="none">
            <a:spAutoFit/>
          </a:bodyPr>
          <a:lstStyle/>
          <a:p>
            <a:r>
              <a:rPr lang="en-US" altLang="en-US"/>
              <a:t>smooth point</a:t>
            </a:r>
          </a:p>
        </p:txBody>
      </p:sp>
      <p:sp>
        <p:nvSpPr>
          <p:cNvPr id="12308" name="TextBox 32"/>
          <p:cNvSpPr txBox="1">
            <a:spLocks noChangeArrowheads="1"/>
          </p:cNvSpPr>
          <p:nvPr/>
        </p:nvSpPr>
        <p:spPr bwMode="auto">
          <a:xfrm>
            <a:off x="5334000" y="4495800"/>
            <a:ext cx="1504950" cy="369888"/>
          </a:xfrm>
          <a:prstGeom prst="rect">
            <a:avLst/>
          </a:prstGeom>
          <a:noFill/>
          <a:ln w="9525">
            <a:noFill/>
            <a:miter lim="800000"/>
            <a:headEnd/>
            <a:tailEnd/>
          </a:ln>
        </p:spPr>
        <p:txBody>
          <a:bodyPr wrap="none">
            <a:spAutoFit/>
          </a:bodyPr>
          <a:lstStyle/>
          <a:p>
            <a:r>
              <a:rPr lang="en-US" altLang="en-US"/>
              <a:t>smooth point</a:t>
            </a:r>
          </a:p>
        </p:txBody>
      </p:sp>
      <p:sp>
        <p:nvSpPr>
          <p:cNvPr id="12309" name="TextBox 33"/>
          <p:cNvSpPr txBox="1">
            <a:spLocks noChangeArrowheads="1"/>
          </p:cNvSpPr>
          <p:nvPr/>
        </p:nvSpPr>
        <p:spPr bwMode="auto">
          <a:xfrm>
            <a:off x="6248400" y="3581400"/>
            <a:ext cx="1504950" cy="369888"/>
          </a:xfrm>
          <a:prstGeom prst="rect">
            <a:avLst/>
          </a:prstGeom>
          <a:noFill/>
          <a:ln w="9525">
            <a:noFill/>
            <a:miter lim="800000"/>
            <a:headEnd/>
            <a:tailEnd/>
          </a:ln>
        </p:spPr>
        <p:txBody>
          <a:bodyPr wrap="none">
            <a:spAutoFit/>
          </a:bodyPr>
          <a:lstStyle/>
          <a:p>
            <a:r>
              <a:rPr lang="en-US" altLang="en-US"/>
              <a:t>smooth point</a:t>
            </a:r>
          </a:p>
        </p:txBody>
      </p:sp>
      <p:sp>
        <p:nvSpPr>
          <p:cNvPr id="12310" name="TextBox 34"/>
          <p:cNvSpPr txBox="1">
            <a:spLocks noChangeArrowheads="1"/>
          </p:cNvSpPr>
          <p:nvPr/>
        </p:nvSpPr>
        <p:spPr bwMode="auto">
          <a:xfrm>
            <a:off x="4876800" y="1676400"/>
            <a:ext cx="1504950" cy="369888"/>
          </a:xfrm>
          <a:prstGeom prst="rect">
            <a:avLst/>
          </a:prstGeom>
          <a:noFill/>
          <a:ln w="9525">
            <a:noFill/>
            <a:miter lim="800000"/>
            <a:headEnd/>
            <a:tailEnd/>
          </a:ln>
        </p:spPr>
        <p:txBody>
          <a:bodyPr wrap="none">
            <a:spAutoFit/>
          </a:bodyPr>
          <a:lstStyle/>
          <a:p>
            <a:r>
              <a:rPr lang="en-US" altLang="en-US"/>
              <a:t>smooth point</a:t>
            </a:r>
          </a:p>
        </p:txBody>
      </p:sp>
      <p:sp>
        <p:nvSpPr>
          <p:cNvPr id="12311" name="TextBox 35"/>
          <p:cNvSpPr txBox="1">
            <a:spLocks noChangeArrowheads="1"/>
          </p:cNvSpPr>
          <p:nvPr/>
        </p:nvSpPr>
        <p:spPr bwMode="auto">
          <a:xfrm>
            <a:off x="6096000" y="1371600"/>
            <a:ext cx="1504950" cy="369888"/>
          </a:xfrm>
          <a:prstGeom prst="rect">
            <a:avLst/>
          </a:prstGeom>
          <a:noFill/>
          <a:ln w="9525">
            <a:noFill/>
            <a:miter lim="800000"/>
            <a:headEnd/>
            <a:tailEnd/>
          </a:ln>
        </p:spPr>
        <p:txBody>
          <a:bodyPr wrap="none">
            <a:spAutoFit/>
          </a:bodyPr>
          <a:lstStyle/>
          <a:p>
            <a:r>
              <a:rPr lang="en-US" altLang="en-US"/>
              <a:t>smooth point</a:t>
            </a:r>
          </a:p>
        </p:txBody>
      </p:sp>
      <p:cxnSp>
        <p:nvCxnSpPr>
          <p:cNvPr id="37" name="Straight Arrow Connector 36"/>
          <p:cNvCxnSpPr/>
          <p:nvPr/>
        </p:nvCxnSpPr>
        <p:spPr>
          <a:xfrm rot="5400000">
            <a:off x="6362700" y="2019300"/>
            <a:ext cx="609600" cy="762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r>
              <a:rPr lang="en-US" altLang="en-US" sz="4000" smtClean="0"/>
              <a:t>Common Tools in Adobe Illustrator</a:t>
            </a:r>
          </a:p>
        </p:txBody>
      </p:sp>
      <p:sp>
        <p:nvSpPr>
          <p:cNvPr id="4" name="Slide Number Placeholder 3"/>
          <p:cNvSpPr>
            <a:spLocks noGrp="1"/>
          </p:cNvSpPr>
          <p:nvPr>
            <p:ph type="sldNum" sz="quarter" idx="12"/>
          </p:nvPr>
        </p:nvSpPr>
        <p:spPr/>
        <p:txBody>
          <a:bodyPr/>
          <a:lstStyle/>
          <a:p>
            <a:pPr>
              <a:defRPr/>
            </a:pPr>
            <a:fld id="{524636D0-976A-48FD-8F1E-C5BF48FE13B7}" type="slidenum">
              <a:rPr lang="en-US" smtClean="0"/>
              <a:pPr>
                <a:defRPr/>
              </a:pPr>
              <a:t>68</a:t>
            </a:fld>
            <a:endParaRPr lang="en-US"/>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ltLang="en-US" smtClean="0"/>
              <a:t>Tools to Create Paths</a:t>
            </a:r>
          </a:p>
        </p:txBody>
      </p:sp>
      <p:sp>
        <p:nvSpPr>
          <p:cNvPr id="14339" name="Content Placeholder 2"/>
          <p:cNvSpPr>
            <a:spLocks noGrp="1"/>
          </p:cNvSpPr>
          <p:nvPr>
            <p:ph idx="1"/>
          </p:nvPr>
        </p:nvSpPr>
        <p:spPr/>
        <p:txBody>
          <a:bodyPr/>
          <a:lstStyle/>
          <a:p>
            <a:pPr>
              <a:buFont typeface="Arial" pitchFamily="34" charset="0"/>
              <a:buNone/>
            </a:pPr>
            <a:r>
              <a:rPr lang="en-US" altLang="en-US" smtClean="0"/>
              <a:t>Pen tool:</a:t>
            </a:r>
          </a:p>
          <a:p>
            <a:r>
              <a:rPr lang="en-US" altLang="en-US" smtClean="0"/>
              <a:t>Simple click: Corner point</a:t>
            </a:r>
          </a:p>
          <a:p>
            <a:r>
              <a:rPr lang="en-US" altLang="en-US" smtClean="0"/>
              <a:t>Hold the mouse and drag:</a:t>
            </a:r>
            <a:br>
              <a:rPr lang="en-US" altLang="en-US" smtClean="0"/>
            </a:br>
            <a:r>
              <a:rPr lang="en-US" altLang="en-US" smtClean="0"/>
              <a:t>Drag out a handle to create a smooth point</a:t>
            </a:r>
          </a:p>
        </p:txBody>
      </p:sp>
      <p:sp>
        <p:nvSpPr>
          <p:cNvPr id="4" name="Slide Number Placeholder 3"/>
          <p:cNvSpPr>
            <a:spLocks noGrp="1"/>
          </p:cNvSpPr>
          <p:nvPr>
            <p:ph type="sldNum" sz="quarter" idx="12"/>
          </p:nvPr>
        </p:nvSpPr>
        <p:spPr/>
        <p:txBody>
          <a:bodyPr/>
          <a:lstStyle/>
          <a:p>
            <a:pPr>
              <a:defRPr/>
            </a:pPr>
            <a:fld id="{84A3CAE4-2BF6-43A5-894F-651716B89521}" type="slidenum">
              <a:rPr lang="en-US" smtClean="0"/>
              <a:pPr>
                <a:defRPr/>
              </a:pPr>
              <a:t>69</a:t>
            </a:fld>
            <a:endParaRPr lang="en-US"/>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sz="3600" smtClean="0"/>
              <a:t>Tools to Convert between a Smooth Point and a Corner Point</a:t>
            </a:r>
            <a:endParaRPr lang="en-US" sz="3600"/>
          </a:p>
        </p:txBody>
      </p:sp>
      <p:sp>
        <p:nvSpPr>
          <p:cNvPr id="15363" name="Content Placeholder 2"/>
          <p:cNvSpPr>
            <a:spLocks noGrp="1"/>
          </p:cNvSpPr>
          <p:nvPr>
            <p:ph idx="1"/>
          </p:nvPr>
        </p:nvSpPr>
        <p:spPr/>
        <p:txBody>
          <a:bodyPr/>
          <a:lstStyle/>
          <a:p>
            <a:pPr>
              <a:buFont typeface="Arial" pitchFamily="34" charset="0"/>
              <a:buNone/>
            </a:pPr>
            <a:r>
              <a:rPr lang="en-US" altLang="en-US" smtClean="0"/>
              <a:t>Convert Anchor Point tool:</a:t>
            </a:r>
          </a:p>
          <a:p>
            <a:r>
              <a:rPr lang="en-US" altLang="en-US" smtClean="0"/>
              <a:t>Click on a point to convert it into a corner point</a:t>
            </a:r>
          </a:p>
          <a:p>
            <a:r>
              <a:rPr lang="en-US" altLang="en-US" smtClean="0"/>
              <a:t>Click-drag on a point to drag out a handle, making it a smooth point</a:t>
            </a:r>
          </a:p>
          <a:p>
            <a:endParaRPr lang="en-US" altLang="en-US" smtClean="0"/>
          </a:p>
        </p:txBody>
      </p:sp>
      <p:sp>
        <p:nvSpPr>
          <p:cNvPr id="4" name="Slide Number Placeholder 3"/>
          <p:cNvSpPr>
            <a:spLocks noGrp="1"/>
          </p:cNvSpPr>
          <p:nvPr>
            <p:ph type="sldNum" sz="quarter" idx="12"/>
          </p:nvPr>
        </p:nvSpPr>
        <p:spPr/>
        <p:txBody>
          <a:bodyPr/>
          <a:lstStyle/>
          <a:p>
            <a:pPr>
              <a:defRPr/>
            </a:pPr>
            <a:fld id="{4FDB95A2-0C53-4EB6-BD18-26EE34E2866A}" type="slidenum">
              <a:rPr lang="en-US" smtClean="0"/>
              <a:pPr>
                <a:defRPr/>
              </a:pPr>
              <a:t>70</a:t>
            </a:fld>
            <a:endParaRPr lang="en-US"/>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smtClean="0"/>
              <a:t>Breaking Dependency of Handles </a:t>
            </a:r>
          </a:p>
        </p:txBody>
      </p:sp>
      <p:sp>
        <p:nvSpPr>
          <p:cNvPr id="3" name="Content Placeholder 2"/>
          <p:cNvSpPr>
            <a:spLocks noGrp="1"/>
          </p:cNvSpPr>
          <p:nvPr>
            <p:ph idx="1"/>
          </p:nvPr>
        </p:nvSpPr>
        <p:spPr>
          <a:xfrm>
            <a:off x="457200" y="1600200"/>
            <a:ext cx="8229600" cy="2209800"/>
          </a:xfrm>
        </p:spPr>
        <p:txBody>
          <a:bodyPr>
            <a:normAutofit fontScale="92500"/>
          </a:bodyPr>
          <a:lstStyle/>
          <a:p>
            <a:pPr>
              <a:buFont typeface="Arial" charset="0"/>
              <a:buChar char="•"/>
              <a:defRPr/>
            </a:pPr>
            <a:r>
              <a:rPr lang="en-US" smtClean="0"/>
              <a:t>A handle has two sides</a:t>
            </a:r>
          </a:p>
          <a:p>
            <a:pPr>
              <a:buFont typeface="Arial" charset="0"/>
              <a:buChar char="•"/>
              <a:defRPr/>
            </a:pPr>
            <a:r>
              <a:rPr lang="en-US" smtClean="0"/>
              <a:t>Each side can be adjusted separately</a:t>
            </a:r>
          </a:p>
          <a:p>
            <a:pPr>
              <a:buFont typeface="Arial" charset="0"/>
              <a:buChar char="•"/>
              <a:defRPr/>
            </a:pPr>
            <a:r>
              <a:rPr lang="en-US" smtClean="0"/>
              <a:t>ALT-drag (Windows) or Option-drag (Mac OS) on one of the handles to break their dependency</a:t>
            </a:r>
            <a:endParaRPr lang="en-US"/>
          </a:p>
        </p:txBody>
      </p:sp>
      <p:sp>
        <p:nvSpPr>
          <p:cNvPr id="4" name="Slide Number Placeholder 3"/>
          <p:cNvSpPr>
            <a:spLocks noGrp="1"/>
          </p:cNvSpPr>
          <p:nvPr>
            <p:ph type="sldNum" sz="quarter" idx="12"/>
          </p:nvPr>
        </p:nvSpPr>
        <p:spPr/>
        <p:txBody>
          <a:bodyPr/>
          <a:lstStyle/>
          <a:p>
            <a:pPr>
              <a:defRPr/>
            </a:pPr>
            <a:fld id="{CC5946C5-4868-4037-854C-256A9F3769FF}" type="slidenum">
              <a:rPr lang="en-US" smtClean="0"/>
              <a:pPr>
                <a:defRPr/>
              </a:pPr>
              <a:t>71</a:t>
            </a:fld>
            <a:endParaRPr lang="en-US"/>
          </a:p>
        </p:txBody>
      </p:sp>
      <p:pic>
        <p:nvPicPr>
          <p:cNvPr id="16389" name="Picture 4" descr="fig-21-new-break-handle.tif"/>
          <p:cNvPicPr>
            <a:picLocks noChangeAspect="1"/>
          </p:cNvPicPr>
          <p:nvPr/>
        </p:nvPicPr>
        <p:blipFill>
          <a:blip r:embed="rId2"/>
          <a:srcRect t="16702" b="17004"/>
          <a:stretch>
            <a:fillRect/>
          </a:stretch>
        </p:blipFill>
        <p:spPr bwMode="auto">
          <a:xfrm>
            <a:off x="4056063" y="4114800"/>
            <a:ext cx="4630737" cy="2362200"/>
          </a:xfrm>
          <a:prstGeom prst="rect">
            <a:avLst/>
          </a:prstGeom>
          <a:noFill/>
          <a:ln w="9525">
            <a:noFill/>
            <a:miter lim="800000"/>
            <a:headEnd/>
            <a:tailEnd/>
          </a:ln>
        </p:spPr>
      </p:pic>
      <p:pic>
        <p:nvPicPr>
          <p:cNvPr id="16390" name="Picture 5" descr="fig-25-new-how-to-draw-path-bird-3.tif"/>
          <p:cNvPicPr>
            <a:picLocks noChangeAspect="1"/>
          </p:cNvPicPr>
          <p:nvPr/>
        </p:nvPicPr>
        <p:blipFill>
          <a:blip r:embed="rId3"/>
          <a:srcRect t="14563" b="27184"/>
          <a:stretch>
            <a:fillRect/>
          </a:stretch>
        </p:blipFill>
        <p:spPr bwMode="auto">
          <a:xfrm>
            <a:off x="158750" y="4038600"/>
            <a:ext cx="3924300" cy="2286000"/>
          </a:xfrm>
          <a:prstGeom prst="rect">
            <a:avLst/>
          </a:prstGeom>
          <a:noFill/>
          <a:ln w="9525">
            <a:noFill/>
            <a:miter lim="800000"/>
            <a:headEnd/>
            <a:tailEnd/>
          </a:ln>
        </p:spPr>
      </p:pic>
      <p:cxnSp>
        <p:nvCxnSpPr>
          <p:cNvPr id="8" name="Straight Arrow Connector 7"/>
          <p:cNvCxnSpPr/>
          <p:nvPr/>
        </p:nvCxnSpPr>
        <p:spPr>
          <a:xfrm rot="5400000" flipH="1" flipV="1">
            <a:off x="1638300" y="6438900"/>
            <a:ext cx="381000" cy="1524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9" name="Straight Arrow Connector 8"/>
          <p:cNvCxnSpPr/>
          <p:nvPr/>
        </p:nvCxnSpPr>
        <p:spPr>
          <a:xfrm rot="16200000" flipV="1">
            <a:off x="6096000" y="6324600"/>
            <a:ext cx="381000" cy="2286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841500"/>
          </a:xfrm>
        </p:spPr>
        <p:txBody>
          <a:bodyPr>
            <a:normAutofit/>
          </a:bodyPr>
          <a:lstStyle/>
          <a:p>
            <a:pPr>
              <a:defRPr/>
            </a:pPr>
            <a:r>
              <a:rPr lang="en-US" sz="2000" b="0" cap="none" smtClean="0">
                <a:solidFill>
                  <a:schemeClr val="bg1">
                    <a:lumMod val="50000"/>
                  </a:schemeClr>
                </a:solidFill>
                <a:latin typeface="+mn-lt"/>
              </a:rPr>
              <a:t>Practice drawing a simple path by using Pen tool, Convert Anchor Point tool, adjusting handles, and breaking dependency of handles.</a:t>
            </a:r>
            <a:endParaRPr lang="en-US" sz="2000" b="0" cap="none">
              <a:solidFill>
                <a:schemeClr val="bg1">
                  <a:lumMod val="50000"/>
                </a:schemeClr>
              </a:solidFill>
              <a:latin typeface="+mn-lt"/>
            </a:endParaRPr>
          </a:p>
        </p:txBody>
      </p:sp>
      <p:sp>
        <p:nvSpPr>
          <p:cNvPr id="3" name="Text Placeholder 2"/>
          <p:cNvSpPr>
            <a:spLocks noGrp="1"/>
          </p:cNvSpPr>
          <p:nvPr>
            <p:ph type="body" idx="1"/>
          </p:nvPr>
        </p:nvSpPr>
        <p:spPr/>
        <p:txBody>
          <a:bodyPr>
            <a:normAutofit/>
          </a:bodyPr>
          <a:lstStyle/>
          <a:p>
            <a:pPr>
              <a:buFont typeface="Arial" charset="0"/>
              <a:buNone/>
              <a:defRPr/>
            </a:pPr>
            <a:r>
              <a:rPr lang="en-US" smtClean="0"/>
              <a:t> Also try out the Activity described in the book:</a:t>
            </a:r>
          </a:p>
          <a:p>
            <a:pPr>
              <a:buFont typeface="Arial" charset="0"/>
              <a:buNone/>
              <a:defRPr/>
            </a:pPr>
            <a:r>
              <a:rPr lang="en-US" sz="4000" cap="small" smtClean="0">
                <a:solidFill>
                  <a:schemeClr val="tx1"/>
                </a:solidFill>
                <a:latin typeface="+mj-lt"/>
              </a:rPr>
              <a:t>Drawing Paths with Pen Tool</a:t>
            </a:r>
            <a:endParaRPr lang="en-US" sz="4000" smtClean="0">
              <a:solidFill>
                <a:schemeClr val="tx1"/>
              </a:solidFill>
              <a:latin typeface="+mj-lt"/>
            </a:endParaRPr>
          </a:p>
        </p:txBody>
      </p:sp>
      <p:sp>
        <p:nvSpPr>
          <p:cNvPr id="4" name="Slide Number Placeholder 3"/>
          <p:cNvSpPr>
            <a:spLocks noGrp="1"/>
          </p:cNvSpPr>
          <p:nvPr>
            <p:ph type="sldNum" sz="quarter" idx="12"/>
          </p:nvPr>
        </p:nvSpPr>
        <p:spPr/>
        <p:txBody>
          <a:bodyPr/>
          <a:lstStyle/>
          <a:p>
            <a:pPr>
              <a:defRPr/>
            </a:pPr>
            <a:fld id="{93ECF94E-F5F1-4235-B89B-6B54D2B2148B}" type="slidenum">
              <a:rPr lang="en-US" smtClean="0"/>
              <a:pPr>
                <a:defRPr/>
              </a:pPr>
              <a:t>72</a:t>
            </a:fld>
            <a:endParaRPr lang="en-US"/>
          </a:p>
        </p:txBody>
      </p:sp>
      <p:pic>
        <p:nvPicPr>
          <p:cNvPr id="17413" name="Picture 2" descr="C:\Users\ylwong\AppData\Local\Microsoft\Windows\Temporary Internet Files\Content.IE5\UFRBNK6B\MC900383840[1].wmf"/>
          <p:cNvPicPr>
            <a:picLocks noChangeAspect="1" noChangeArrowheads="1"/>
          </p:cNvPicPr>
          <p:nvPr/>
        </p:nvPicPr>
        <p:blipFill>
          <a:blip r:embed="rId2"/>
          <a:srcRect/>
          <a:stretch>
            <a:fillRect/>
          </a:stretch>
        </p:blipFill>
        <p:spPr bwMode="auto">
          <a:xfrm>
            <a:off x="4167188" y="1809750"/>
            <a:ext cx="809625" cy="933450"/>
          </a:xfrm>
          <a:prstGeom prst="rect">
            <a:avLst/>
          </a:prstGeom>
          <a:noFill/>
          <a:ln w="9525">
            <a:noFill/>
            <a:miter lim="800000"/>
            <a:headEnd/>
            <a:tailEnd/>
          </a:ln>
        </p:spPr>
      </p:pic>
      <p:pic>
        <p:nvPicPr>
          <p:cNvPr id="17414" name="Picture 5" descr="fig-22-new-how-to-draw-path-bird-1.tif"/>
          <p:cNvPicPr>
            <a:picLocks noChangeAspect="1"/>
          </p:cNvPicPr>
          <p:nvPr/>
        </p:nvPicPr>
        <p:blipFill>
          <a:blip r:embed="rId3"/>
          <a:srcRect/>
          <a:stretch>
            <a:fillRect/>
          </a:stretch>
        </p:blipFill>
        <p:spPr bwMode="auto">
          <a:xfrm>
            <a:off x="3733800" y="5257800"/>
            <a:ext cx="1447800" cy="9413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mtClean="0"/>
              <a:t>Strokes</a:t>
            </a:r>
          </a:p>
        </p:txBody>
      </p:sp>
      <p:sp>
        <p:nvSpPr>
          <p:cNvPr id="18435" name="Content Placeholder 2"/>
          <p:cNvSpPr>
            <a:spLocks noGrp="1"/>
          </p:cNvSpPr>
          <p:nvPr>
            <p:ph idx="1"/>
          </p:nvPr>
        </p:nvSpPr>
        <p:spPr/>
        <p:txBody>
          <a:bodyPr/>
          <a:lstStyle/>
          <a:p>
            <a:r>
              <a:rPr lang="en-US" altLang="en-US" smtClean="0"/>
              <a:t>A path does </a:t>
            </a:r>
            <a:r>
              <a:rPr lang="en-US" altLang="en-US" u="sng" smtClean="0"/>
              <a:t>not</a:t>
            </a:r>
            <a:r>
              <a:rPr lang="en-US" altLang="en-US" smtClean="0"/>
              <a:t> have a physical appearance--line width or color--until the path is stroked with a specified line style, width, and color</a:t>
            </a:r>
          </a:p>
        </p:txBody>
      </p:sp>
      <p:sp>
        <p:nvSpPr>
          <p:cNvPr id="4" name="Slide Number Placeholder 3"/>
          <p:cNvSpPr>
            <a:spLocks noGrp="1"/>
          </p:cNvSpPr>
          <p:nvPr>
            <p:ph type="sldNum" sz="quarter" idx="12"/>
          </p:nvPr>
        </p:nvSpPr>
        <p:spPr/>
        <p:txBody>
          <a:bodyPr/>
          <a:lstStyle/>
          <a:p>
            <a:pPr>
              <a:defRPr/>
            </a:pPr>
            <a:fld id="{46B35421-FE80-4232-8349-A83A86C7AC51}" type="slidenum">
              <a:rPr lang="en-US" smtClean="0"/>
              <a:pPr>
                <a:defRPr/>
              </a:pPr>
              <a:t>73</a:t>
            </a:fld>
            <a:endParaRPr lang="en-US"/>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smtClean="0"/>
              <a:t>Strokes</a:t>
            </a:r>
          </a:p>
        </p:txBody>
      </p:sp>
      <p:sp>
        <p:nvSpPr>
          <p:cNvPr id="4" name="Slide Number Placeholder 3"/>
          <p:cNvSpPr>
            <a:spLocks noGrp="1"/>
          </p:cNvSpPr>
          <p:nvPr>
            <p:ph type="sldNum" sz="quarter" idx="12"/>
          </p:nvPr>
        </p:nvSpPr>
        <p:spPr/>
        <p:txBody>
          <a:bodyPr/>
          <a:lstStyle/>
          <a:p>
            <a:pPr>
              <a:defRPr/>
            </a:pPr>
            <a:fld id="{DACDF532-5165-4181-AE12-7B7D32612969}" type="slidenum">
              <a:rPr lang="en-US" smtClean="0"/>
              <a:pPr>
                <a:defRPr/>
              </a:pPr>
              <a:t>74</a:t>
            </a:fld>
            <a:endParaRPr lang="en-US"/>
          </a:p>
        </p:txBody>
      </p:sp>
      <p:pic>
        <p:nvPicPr>
          <p:cNvPr id="19460" name="Content Placeholder 5" descr="fig-27a-path.tif"/>
          <p:cNvPicPr>
            <a:picLocks noGrp="1" noChangeAspect="1"/>
          </p:cNvPicPr>
          <p:nvPr>
            <p:ph idx="1"/>
          </p:nvPr>
        </p:nvPicPr>
        <p:blipFill>
          <a:blip r:embed="rId2"/>
          <a:srcRect/>
          <a:stretch>
            <a:fillRect/>
          </a:stretch>
        </p:blipFill>
        <p:spPr>
          <a:xfrm>
            <a:off x="1296988" y="1524000"/>
            <a:ext cx="4081462" cy="2286000"/>
          </a:xfrm>
        </p:spPr>
      </p:pic>
      <p:pic>
        <p:nvPicPr>
          <p:cNvPr id="19461" name="Picture 6" descr="fig-27b-stroke.tif"/>
          <p:cNvPicPr>
            <a:picLocks noChangeAspect="1"/>
          </p:cNvPicPr>
          <p:nvPr/>
        </p:nvPicPr>
        <p:blipFill>
          <a:blip r:embed="rId3"/>
          <a:srcRect/>
          <a:stretch>
            <a:fillRect/>
          </a:stretch>
        </p:blipFill>
        <p:spPr bwMode="auto">
          <a:xfrm>
            <a:off x="1295400" y="3886200"/>
            <a:ext cx="4081463" cy="2286000"/>
          </a:xfrm>
          <a:prstGeom prst="rect">
            <a:avLst/>
          </a:prstGeom>
          <a:noFill/>
          <a:ln w="9525">
            <a:noFill/>
            <a:miter lim="800000"/>
            <a:headEnd/>
            <a:tailEnd/>
          </a:ln>
        </p:spPr>
      </p:pic>
      <p:sp>
        <p:nvSpPr>
          <p:cNvPr id="19462" name="TextBox 7"/>
          <p:cNvSpPr txBox="1">
            <a:spLocks noChangeArrowheads="1"/>
          </p:cNvSpPr>
          <p:nvPr/>
        </p:nvSpPr>
        <p:spPr bwMode="auto">
          <a:xfrm>
            <a:off x="5334000" y="2438400"/>
            <a:ext cx="3657600" cy="1200150"/>
          </a:xfrm>
          <a:prstGeom prst="rect">
            <a:avLst/>
          </a:prstGeom>
          <a:noFill/>
          <a:ln w="9525">
            <a:noFill/>
            <a:miter lim="800000"/>
            <a:headEnd/>
            <a:tailEnd/>
          </a:ln>
        </p:spPr>
        <p:txBody>
          <a:bodyPr>
            <a:spAutoFit/>
          </a:bodyPr>
          <a:lstStyle/>
          <a:p>
            <a:r>
              <a:rPr lang="en-US" altLang="en-US"/>
              <a:t>A path without  stroke.</a:t>
            </a:r>
          </a:p>
          <a:p>
            <a:r>
              <a:rPr lang="en-US" altLang="en-US"/>
              <a:t>It will </a:t>
            </a:r>
            <a:r>
              <a:rPr lang="en-US" altLang="en-US" u="sng"/>
              <a:t>not</a:t>
            </a:r>
            <a:r>
              <a:rPr lang="en-US" altLang="en-US"/>
              <a:t> be printed.</a:t>
            </a:r>
          </a:p>
          <a:p>
            <a:r>
              <a:rPr lang="en-US" altLang="en-US"/>
              <a:t>It will </a:t>
            </a:r>
            <a:r>
              <a:rPr lang="en-US" altLang="en-US" u="sng"/>
              <a:t>not</a:t>
            </a:r>
            <a:r>
              <a:rPr lang="en-US" altLang="en-US"/>
              <a:t> show up during the editing unless you select the path.</a:t>
            </a:r>
          </a:p>
        </p:txBody>
      </p:sp>
      <p:sp>
        <p:nvSpPr>
          <p:cNvPr id="19463" name="TextBox 8"/>
          <p:cNvSpPr txBox="1">
            <a:spLocks noChangeArrowheads="1"/>
          </p:cNvSpPr>
          <p:nvPr/>
        </p:nvSpPr>
        <p:spPr bwMode="auto">
          <a:xfrm>
            <a:off x="5334000" y="5192713"/>
            <a:ext cx="3340100" cy="369887"/>
          </a:xfrm>
          <a:prstGeom prst="rect">
            <a:avLst/>
          </a:prstGeom>
          <a:noFill/>
          <a:ln w="9525">
            <a:noFill/>
            <a:miter lim="800000"/>
            <a:headEnd/>
            <a:tailEnd/>
          </a:ln>
        </p:spPr>
        <p:txBody>
          <a:bodyPr wrap="none">
            <a:spAutoFit/>
          </a:bodyPr>
          <a:lstStyle/>
          <a:p>
            <a:r>
              <a:rPr lang="en-US" altLang="en-US"/>
              <a:t>A path stroked with orange line</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10" descr="fig-27d-stroke-fish.tif"/>
          <p:cNvPicPr>
            <a:picLocks noChangeAspect="1"/>
          </p:cNvPicPr>
          <p:nvPr/>
        </p:nvPicPr>
        <p:blipFill>
          <a:blip r:embed="rId2"/>
          <a:srcRect/>
          <a:stretch>
            <a:fillRect/>
          </a:stretch>
        </p:blipFill>
        <p:spPr bwMode="auto">
          <a:xfrm>
            <a:off x="1295400" y="3875088"/>
            <a:ext cx="4102100" cy="2297112"/>
          </a:xfrm>
          <a:prstGeom prst="rect">
            <a:avLst/>
          </a:prstGeom>
          <a:noFill/>
          <a:ln w="9525">
            <a:noFill/>
            <a:miter lim="800000"/>
            <a:headEnd/>
            <a:tailEnd/>
          </a:ln>
        </p:spPr>
      </p:pic>
      <p:pic>
        <p:nvPicPr>
          <p:cNvPr id="20483" name="Picture 9" descr="fig-27c-stroke-brush.tif"/>
          <p:cNvPicPr>
            <a:picLocks noChangeAspect="1"/>
          </p:cNvPicPr>
          <p:nvPr/>
        </p:nvPicPr>
        <p:blipFill>
          <a:blip r:embed="rId3"/>
          <a:srcRect/>
          <a:stretch>
            <a:fillRect/>
          </a:stretch>
        </p:blipFill>
        <p:spPr bwMode="auto">
          <a:xfrm>
            <a:off x="1295400" y="1524000"/>
            <a:ext cx="4102100" cy="2297113"/>
          </a:xfrm>
          <a:prstGeom prst="rect">
            <a:avLst/>
          </a:prstGeom>
          <a:noFill/>
          <a:ln w="9525">
            <a:noFill/>
            <a:miter lim="800000"/>
            <a:headEnd/>
            <a:tailEnd/>
          </a:ln>
        </p:spPr>
      </p:pic>
      <p:sp>
        <p:nvSpPr>
          <p:cNvPr id="20484" name="Title 1"/>
          <p:cNvSpPr>
            <a:spLocks noGrp="1"/>
          </p:cNvSpPr>
          <p:nvPr>
            <p:ph type="title"/>
          </p:nvPr>
        </p:nvSpPr>
        <p:spPr/>
        <p:txBody>
          <a:bodyPr/>
          <a:lstStyle/>
          <a:p>
            <a:r>
              <a:rPr lang="en-US" altLang="en-US" smtClean="0"/>
              <a:t>Strokes</a:t>
            </a:r>
          </a:p>
        </p:txBody>
      </p:sp>
      <p:sp>
        <p:nvSpPr>
          <p:cNvPr id="4" name="Slide Number Placeholder 3"/>
          <p:cNvSpPr>
            <a:spLocks noGrp="1"/>
          </p:cNvSpPr>
          <p:nvPr>
            <p:ph type="sldNum" sz="quarter" idx="12"/>
          </p:nvPr>
        </p:nvSpPr>
        <p:spPr/>
        <p:txBody>
          <a:bodyPr/>
          <a:lstStyle/>
          <a:p>
            <a:pPr>
              <a:defRPr/>
            </a:pPr>
            <a:fld id="{04DB7293-202A-4080-923B-405D25857F2F}" type="slidenum">
              <a:rPr lang="en-US" smtClean="0"/>
              <a:pPr>
                <a:defRPr/>
              </a:pPr>
              <a:t>75</a:t>
            </a:fld>
            <a:endParaRPr lang="en-US"/>
          </a:p>
        </p:txBody>
      </p:sp>
      <p:sp>
        <p:nvSpPr>
          <p:cNvPr id="20486" name="TextBox 7"/>
          <p:cNvSpPr txBox="1">
            <a:spLocks noChangeArrowheads="1"/>
          </p:cNvSpPr>
          <p:nvPr/>
        </p:nvSpPr>
        <p:spPr bwMode="auto">
          <a:xfrm>
            <a:off x="5334000" y="2438400"/>
            <a:ext cx="3657600" cy="646113"/>
          </a:xfrm>
          <a:prstGeom prst="rect">
            <a:avLst/>
          </a:prstGeom>
          <a:noFill/>
          <a:ln w="9525">
            <a:noFill/>
            <a:miter lim="800000"/>
            <a:headEnd/>
            <a:tailEnd/>
          </a:ln>
        </p:spPr>
        <p:txBody>
          <a:bodyPr>
            <a:spAutoFit/>
          </a:bodyPr>
          <a:lstStyle/>
          <a:p>
            <a:r>
              <a:rPr lang="en-US" altLang="en-US"/>
              <a:t>The path stroked with a line of charcoal brush style</a:t>
            </a:r>
          </a:p>
        </p:txBody>
      </p:sp>
      <p:sp>
        <p:nvSpPr>
          <p:cNvPr id="20487" name="TextBox 8"/>
          <p:cNvSpPr txBox="1">
            <a:spLocks noChangeArrowheads="1"/>
          </p:cNvSpPr>
          <p:nvPr/>
        </p:nvSpPr>
        <p:spPr bwMode="auto">
          <a:xfrm>
            <a:off x="5334000" y="5192713"/>
            <a:ext cx="3581400" cy="646112"/>
          </a:xfrm>
          <a:prstGeom prst="rect">
            <a:avLst/>
          </a:prstGeom>
          <a:noFill/>
          <a:ln w="9525">
            <a:noFill/>
            <a:miter lim="800000"/>
            <a:headEnd/>
            <a:tailEnd/>
          </a:ln>
        </p:spPr>
        <p:txBody>
          <a:bodyPr>
            <a:spAutoFit/>
          </a:bodyPr>
          <a:lstStyle/>
          <a:p>
            <a:r>
              <a:rPr lang="en-US" altLang="en-US"/>
              <a:t>The path stroked with a line of custom brush style of a small fish</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ltLang="en-US" smtClean="0"/>
              <a:t>Fill</a:t>
            </a:r>
          </a:p>
        </p:txBody>
      </p:sp>
      <p:sp>
        <p:nvSpPr>
          <p:cNvPr id="21507" name="Content Placeholder 2"/>
          <p:cNvSpPr>
            <a:spLocks noGrp="1"/>
          </p:cNvSpPr>
          <p:nvPr>
            <p:ph idx="1"/>
          </p:nvPr>
        </p:nvSpPr>
        <p:spPr>
          <a:xfrm>
            <a:off x="457200" y="1600200"/>
            <a:ext cx="8229600" cy="1676400"/>
          </a:xfrm>
        </p:spPr>
        <p:txBody>
          <a:bodyPr/>
          <a:lstStyle/>
          <a:p>
            <a:r>
              <a:rPr lang="en-US" altLang="en-US" smtClean="0"/>
              <a:t>A color, pattern, or gradient inside a shape defined by a path</a:t>
            </a:r>
          </a:p>
          <a:p>
            <a:r>
              <a:rPr lang="en-US" altLang="en-US" smtClean="0"/>
              <a:t>Can be applied to open and closed paths</a:t>
            </a:r>
          </a:p>
        </p:txBody>
      </p:sp>
      <p:sp>
        <p:nvSpPr>
          <p:cNvPr id="4" name="Slide Number Placeholder 3"/>
          <p:cNvSpPr>
            <a:spLocks noGrp="1"/>
          </p:cNvSpPr>
          <p:nvPr>
            <p:ph type="sldNum" sz="quarter" idx="12"/>
          </p:nvPr>
        </p:nvSpPr>
        <p:spPr/>
        <p:txBody>
          <a:bodyPr/>
          <a:lstStyle/>
          <a:p>
            <a:pPr>
              <a:defRPr/>
            </a:pPr>
            <a:fld id="{EB00770C-F1F1-4715-9D7C-03E5D9E9FFEA}" type="slidenum">
              <a:rPr lang="en-US" smtClean="0"/>
              <a:pPr>
                <a:defRPr/>
              </a:pPr>
              <a:t>76</a:t>
            </a:fld>
            <a:endParaRPr lang="en-US"/>
          </a:p>
        </p:txBody>
      </p:sp>
      <p:pic>
        <p:nvPicPr>
          <p:cNvPr id="21509" name="Picture 4" descr="fig-28a-new-stroke-fill.tif"/>
          <p:cNvPicPr>
            <a:picLocks noChangeAspect="1"/>
          </p:cNvPicPr>
          <p:nvPr/>
        </p:nvPicPr>
        <p:blipFill>
          <a:blip r:embed="rId2"/>
          <a:srcRect/>
          <a:stretch>
            <a:fillRect/>
          </a:stretch>
        </p:blipFill>
        <p:spPr bwMode="auto">
          <a:xfrm>
            <a:off x="533400" y="3646488"/>
            <a:ext cx="3557588" cy="1992312"/>
          </a:xfrm>
          <a:prstGeom prst="rect">
            <a:avLst/>
          </a:prstGeom>
          <a:noFill/>
          <a:ln w="9525">
            <a:noFill/>
            <a:miter lim="800000"/>
            <a:headEnd/>
            <a:tailEnd/>
          </a:ln>
        </p:spPr>
      </p:pic>
      <p:pic>
        <p:nvPicPr>
          <p:cNvPr id="21510" name="Picture 5" descr="fig-28b-new-stroke-fill-closed-path.tif"/>
          <p:cNvPicPr>
            <a:picLocks noChangeAspect="1"/>
          </p:cNvPicPr>
          <p:nvPr/>
        </p:nvPicPr>
        <p:blipFill>
          <a:blip r:embed="rId3"/>
          <a:srcRect/>
          <a:stretch>
            <a:fillRect/>
          </a:stretch>
        </p:blipFill>
        <p:spPr bwMode="auto">
          <a:xfrm>
            <a:off x="4648200" y="3646488"/>
            <a:ext cx="3557588" cy="19923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smtClean="0"/>
              <a:t>Preset Shapes and Free-Form Drawing</a:t>
            </a:r>
            <a:endParaRPr lang="en-US"/>
          </a:p>
        </p:txBody>
      </p:sp>
      <p:sp>
        <p:nvSpPr>
          <p:cNvPr id="3" name="Content Placeholder 2"/>
          <p:cNvSpPr>
            <a:spLocks noGrp="1"/>
          </p:cNvSpPr>
          <p:nvPr>
            <p:ph idx="1"/>
          </p:nvPr>
        </p:nvSpPr>
        <p:spPr/>
        <p:txBody>
          <a:bodyPr>
            <a:normAutofit fontScale="92500" lnSpcReduction="20000"/>
          </a:bodyPr>
          <a:lstStyle/>
          <a:p>
            <a:pPr>
              <a:buFont typeface="Arial" charset="0"/>
              <a:buChar char="•"/>
              <a:defRPr/>
            </a:pPr>
            <a:r>
              <a:rPr lang="en-US" smtClean="0"/>
              <a:t>Preset shape drawing tools:</a:t>
            </a:r>
          </a:p>
          <a:p>
            <a:pPr lvl="1">
              <a:buFont typeface="Arial" charset="0"/>
              <a:buChar char="–"/>
              <a:defRPr/>
            </a:pPr>
            <a:r>
              <a:rPr lang="en-US" smtClean="0"/>
              <a:t>ellipses</a:t>
            </a:r>
          </a:p>
          <a:p>
            <a:pPr lvl="1">
              <a:buFont typeface="Arial" charset="0"/>
              <a:buChar char="–"/>
              <a:defRPr/>
            </a:pPr>
            <a:r>
              <a:rPr lang="en-US" smtClean="0"/>
              <a:t>rectangles</a:t>
            </a:r>
          </a:p>
          <a:p>
            <a:pPr lvl="1">
              <a:buFont typeface="Arial" charset="0"/>
              <a:buChar char="–"/>
              <a:defRPr/>
            </a:pPr>
            <a:r>
              <a:rPr lang="en-US" smtClean="0"/>
              <a:t>polygon</a:t>
            </a:r>
          </a:p>
          <a:p>
            <a:pPr lvl="1">
              <a:buFont typeface="Arial" charset="0"/>
              <a:buChar char="–"/>
              <a:defRPr/>
            </a:pPr>
            <a:r>
              <a:rPr lang="en-US" smtClean="0"/>
              <a:t>stars</a:t>
            </a:r>
          </a:p>
          <a:p>
            <a:pPr lvl="1">
              <a:buFont typeface="Arial" charset="0"/>
              <a:buChar char="–"/>
              <a:defRPr/>
            </a:pPr>
            <a:r>
              <a:rPr lang="en-US" smtClean="0"/>
              <a:t>spirals</a:t>
            </a:r>
          </a:p>
          <a:p>
            <a:pPr lvl="1">
              <a:buFont typeface="Arial" charset="0"/>
              <a:buChar char="–"/>
              <a:defRPr/>
            </a:pPr>
            <a:endParaRPr lang="en-US" smtClean="0"/>
          </a:p>
          <a:p>
            <a:pPr>
              <a:buFont typeface="Arial" charset="0"/>
              <a:buChar char="•"/>
              <a:defRPr/>
            </a:pPr>
            <a:r>
              <a:rPr lang="en-US" smtClean="0"/>
              <a:t>Free-Form drawing tool:</a:t>
            </a:r>
          </a:p>
          <a:p>
            <a:pPr lvl="1">
              <a:buFont typeface="Arial" charset="0"/>
              <a:buChar char="–"/>
              <a:defRPr/>
            </a:pPr>
            <a:r>
              <a:rPr lang="en-US" smtClean="0"/>
              <a:t>draw a freeform path with a continuous stroke without manually defining the points</a:t>
            </a:r>
          </a:p>
          <a:p>
            <a:pPr lvl="1">
              <a:buFont typeface="Arial" charset="0"/>
              <a:buChar char="–"/>
              <a:defRPr/>
            </a:pPr>
            <a:r>
              <a:rPr lang="en-US" smtClean="0"/>
              <a:t>a freeform path is still made up of points</a:t>
            </a:r>
            <a:endParaRPr lang="en-US"/>
          </a:p>
        </p:txBody>
      </p:sp>
      <p:sp>
        <p:nvSpPr>
          <p:cNvPr id="4" name="Slide Number Placeholder 3"/>
          <p:cNvSpPr>
            <a:spLocks noGrp="1"/>
          </p:cNvSpPr>
          <p:nvPr>
            <p:ph type="sldNum" sz="quarter" idx="12"/>
          </p:nvPr>
        </p:nvSpPr>
        <p:spPr/>
        <p:txBody>
          <a:bodyPr/>
          <a:lstStyle/>
          <a:p>
            <a:pPr>
              <a:defRPr/>
            </a:pPr>
            <a:fld id="{EBFB62E6-DE71-4060-9354-8B76722B539B}" type="slidenum">
              <a:rPr lang="en-US" smtClean="0"/>
              <a:pPr>
                <a:defRPr/>
              </a:pPr>
              <a:t>77</a:t>
            </a:fld>
            <a:endParaRPr lang="en-US"/>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ltLang="en-US" smtClean="0"/>
              <a:t>Selection Tools</a:t>
            </a:r>
          </a:p>
        </p:txBody>
      </p:sp>
      <p:sp>
        <p:nvSpPr>
          <p:cNvPr id="23555" name="Content Placeholder 2"/>
          <p:cNvSpPr>
            <a:spLocks noGrp="1"/>
          </p:cNvSpPr>
          <p:nvPr>
            <p:ph idx="1"/>
          </p:nvPr>
        </p:nvSpPr>
        <p:spPr/>
        <p:txBody>
          <a:bodyPr/>
          <a:lstStyle/>
          <a:p>
            <a:r>
              <a:rPr lang="en-US" altLang="en-US" smtClean="0"/>
              <a:t>Selection tool</a:t>
            </a:r>
          </a:p>
          <a:p>
            <a:pPr lvl="1"/>
            <a:r>
              <a:rPr lang="en-US" altLang="en-US" smtClean="0"/>
              <a:t>select a whole object</a:t>
            </a:r>
          </a:p>
          <a:p>
            <a:pPr lvl="1"/>
            <a:endParaRPr lang="en-US" altLang="en-US" smtClean="0"/>
          </a:p>
          <a:p>
            <a:r>
              <a:rPr lang="en-US" altLang="en-US" smtClean="0"/>
              <a:t>Subselection or Direction Selection tool</a:t>
            </a:r>
          </a:p>
          <a:p>
            <a:pPr lvl="1"/>
            <a:r>
              <a:rPr lang="en-US" altLang="en-US" smtClean="0"/>
              <a:t>select the points and handles</a:t>
            </a:r>
          </a:p>
        </p:txBody>
      </p:sp>
      <p:sp>
        <p:nvSpPr>
          <p:cNvPr id="4" name="Slide Number Placeholder 3"/>
          <p:cNvSpPr>
            <a:spLocks noGrp="1"/>
          </p:cNvSpPr>
          <p:nvPr>
            <p:ph type="sldNum" sz="quarter" idx="12"/>
          </p:nvPr>
        </p:nvSpPr>
        <p:spPr/>
        <p:txBody>
          <a:bodyPr/>
          <a:lstStyle/>
          <a:p>
            <a:pPr>
              <a:defRPr/>
            </a:pPr>
            <a:fld id="{9A0AD737-2993-490E-8984-4CBB85BAEF74}" type="slidenum">
              <a:rPr lang="en-US" smtClean="0"/>
              <a:pPr>
                <a:defRPr/>
              </a:pPr>
              <a:t>78</a:t>
            </a:fld>
            <a:endParaRPr lang="en-US"/>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ltLang="en-US" smtClean="0"/>
              <a:t>Other Useful Features</a:t>
            </a:r>
          </a:p>
        </p:txBody>
      </p:sp>
      <p:sp>
        <p:nvSpPr>
          <p:cNvPr id="24579" name="Content Placeholder 2"/>
          <p:cNvSpPr>
            <a:spLocks noGrp="1"/>
          </p:cNvSpPr>
          <p:nvPr>
            <p:ph idx="1"/>
          </p:nvPr>
        </p:nvSpPr>
        <p:spPr/>
        <p:txBody>
          <a:bodyPr/>
          <a:lstStyle/>
          <a:p>
            <a:r>
              <a:rPr lang="en-US" altLang="en-US" smtClean="0"/>
              <a:t>Layers</a:t>
            </a:r>
          </a:p>
          <a:p>
            <a:r>
              <a:rPr lang="en-US" altLang="en-US" smtClean="0"/>
              <a:t>Effects</a:t>
            </a:r>
          </a:p>
          <a:p>
            <a:r>
              <a:rPr lang="en-US" altLang="en-US" smtClean="0"/>
              <a:t>Filters</a:t>
            </a:r>
          </a:p>
        </p:txBody>
      </p:sp>
      <p:sp>
        <p:nvSpPr>
          <p:cNvPr id="4" name="Slide Number Placeholder 3"/>
          <p:cNvSpPr>
            <a:spLocks noGrp="1"/>
          </p:cNvSpPr>
          <p:nvPr>
            <p:ph type="sldNum" sz="quarter" idx="12"/>
          </p:nvPr>
        </p:nvSpPr>
        <p:spPr/>
        <p:txBody>
          <a:bodyPr/>
          <a:lstStyle/>
          <a:p>
            <a:pPr>
              <a:defRPr/>
            </a:pPr>
            <a:fld id="{A387B823-AD4E-4BC6-B8EE-3A7278B8DAE2}" type="slidenum">
              <a:rPr lang="en-US" smtClean="0"/>
              <a:pPr>
                <a:defRPr/>
              </a:pPr>
              <a:t>79</a:t>
            </a:fld>
            <a:endParaRPr lang="en-US"/>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ctrTitle"/>
          </p:nvPr>
        </p:nvSpPr>
        <p:spPr/>
        <p:txBody>
          <a:bodyPr/>
          <a:lstStyle/>
          <a:p>
            <a:pPr eaLnBrk="1" hangingPunct="1"/>
            <a:r>
              <a:rPr lang="en-US" altLang="en-US" smtClean="0"/>
              <a:t>Review Questions</a:t>
            </a:r>
          </a:p>
        </p:txBody>
      </p:sp>
      <p:sp>
        <p:nvSpPr>
          <p:cNvPr id="3" name="Subtitle 2"/>
          <p:cNvSpPr>
            <a:spLocks noGrp="1"/>
          </p:cNvSpPr>
          <p:nvPr>
            <p:ph type="subTitle" idx="1"/>
          </p:nvPr>
        </p:nvSpPr>
        <p:spPr/>
        <p:txBody>
          <a:bodyPr>
            <a:normAutofit fontScale="70000" lnSpcReduction="20000"/>
          </a:bodyPr>
          <a:lstStyle/>
          <a:p>
            <a:pPr eaLnBrk="1" hangingPunct="1">
              <a:buFont typeface="Arial" charset="0"/>
              <a:buNone/>
              <a:defRPr/>
            </a:pPr>
            <a:r>
              <a:rPr lang="en-US" smtClean="0"/>
              <a:t>Note to instructor: </a:t>
            </a:r>
          </a:p>
          <a:p>
            <a:pPr eaLnBrk="1" hangingPunct="1">
              <a:buFont typeface="Arial" charset="0"/>
              <a:buNone/>
              <a:defRPr/>
            </a:pPr>
            <a:r>
              <a:rPr lang="en-US" smtClean="0"/>
              <a:t>Depending on your preference, you may want to go over the review questions at the </a:t>
            </a:r>
            <a:r>
              <a:rPr lang="en-US" u="sng" smtClean="0"/>
              <a:t>end of this lecture </a:t>
            </a:r>
            <a:r>
              <a:rPr lang="en-US" smtClean="0"/>
              <a:t>as an instant review or at the </a:t>
            </a:r>
            <a:r>
              <a:rPr lang="en-US" u="sng" smtClean="0"/>
              <a:t>beginning of next lecture </a:t>
            </a:r>
            <a:r>
              <a:rPr lang="en-US" smtClean="0"/>
              <a:t>to refresh students' memory of this lecture.</a:t>
            </a:r>
          </a:p>
        </p:txBody>
      </p:sp>
      <p:sp>
        <p:nvSpPr>
          <p:cNvPr id="4" name="Slide Number Placeholder 3"/>
          <p:cNvSpPr>
            <a:spLocks noGrp="1"/>
          </p:cNvSpPr>
          <p:nvPr>
            <p:ph type="sldNum" sz="quarter" idx="12"/>
          </p:nvPr>
        </p:nvSpPr>
        <p:spPr/>
        <p:txBody>
          <a:bodyPr/>
          <a:lstStyle/>
          <a:p>
            <a:pPr>
              <a:defRPr/>
            </a:pPr>
            <a:fld id="{ACF3748E-C712-4C19-AAE9-6F979D185DCE}" type="slidenum">
              <a:rPr lang="en-US" smtClean="0"/>
              <a:pPr>
                <a:defRPr/>
              </a:pPr>
              <a:t>80</a:t>
            </a:fld>
            <a:endParaRPr lang="en-US"/>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smtClean="0"/>
              <a:t>Review Question</a:t>
            </a:r>
          </a:p>
        </p:txBody>
      </p:sp>
      <p:sp>
        <p:nvSpPr>
          <p:cNvPr id="26627" name="Content Placeholder 2"/>
          <p:cNvSpPr>
            <a:spLocks noGrp="1"/>
          </p:cNvSpPr>
          <p:nvPr>
            <p:ph idx="1"/>
          </p:nvPr>
        </p:nvSpPr>
        <p:spPr/>
        <p:txBody>
          <a:bodyPr/>
          <a:lstStyle/>
          <a:p>
            <a:pPr>
              <a:buFont typeface="Arial" pitchFamily="34" charset="0"/>
              <a:buNone/>
            </a:pPr>
            <a:r>
              <a:rPr lang="en-US" altLang="en-US" smtClean="0"/>
              <a:t>A path does not have physical appearance until ___. </a:t>
            </a:r>
          </a:p>
        </p:txBody>
      </p:sp>
      <p:sp>
        <p:nvSpPr>
          <p:cNvPr id="4" name="Slide Number Placeholder 3"/>
          <p:cNvSpPr>
            <a:spLocks noGrp="1"/>
          </p:cNvSpPr>
          <p:nvPr>
            <p:ph type="sldNum" sz="quarter" idx="12"/>
          </p:nvPr>
        </p:nvSpPr>
        <p:spPr/>
        <p:txBody>
          <a:bodyPr/>
          <a:lstStyle/>
          <a:p>
            <a:pPr>
              <a:defRPr/>
            </a:pPr>
            <a:fld id="{4CC82A1F-4694-4E16-835F-575231B2386A}" type="slidenum">
              <a:rPr lang="en-US" smtClean="0"/>
              <a:pPr>
                <a:defRPr/>
              </a:pPr>
              <a:t>81</a:t>
            </a:fld>
            <a:endParaRPr lang="en-US"/>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ltLang="en-US" smtClean="0"/>
              <a:t>Review Question</a:t>
            </a:r>
          </a:p>
        </p:txBody>
      </p:sp>
      <p:sp>
        <p:nvSpPr>
          <p:cNvPr id="7171" name="Content Placeholder 2"/>
          <p:cNvSpPr>
            <a:spLocks noGrp="1"/>
          </p:cNvSpPr>
          <p:nvPr>
            <p:ph idx="1"/>
          </p:nvPr>
        </p:nvSpPr>
        <p:spPr>
          <a:xfrm>
            <a:off x="457200" y="1600200"/>
            <a:ext cx="8229600" cy="4343400"/>
          </a:xfrm>
        </p:spPr>
        <p:txBody>
          <a:bodyPr>
            <a:normAutofit/>
          </a:bodyPr>
          <a:lstStyle/>
          <a:p>
            <a:pPr>
              <a:buFont typeface="Arial" charset="0"/>
              <a:buNone/>
              <a:defRPr/>
            </a:pPr>
            <a:r>
              <a:rPr lang="en-US" smtClean="0"/>
              <a:t>Matching:</a:t>
            </a:r>
          </a:p>
          <a:p>
            <a:pPr marL="514350" indent="-514350">
              <a:buFont typeface="+mj-lt"/>
              <a:buAutoNum type="alphaUcPeriod"/>
              <a:defRPr/>
            </a:pPr>
            <a:r>
              <a:rPr lang="en-US" smtClean="0"/>
              <a:t>path</a:t>
            </a:r>
          </a:p>
          <a:p>
            <a:pPr marL="514350" indent="-514350">
              <a:buFont typeface="+mj-lt"/>
              <a:buAutoNum type="alphaUcPeriod"/>
              <a:defRPr/>
            </a:pPr>
            <a:r>
              <a:rPr lang="en-US" smtClean="0"/>
              <a:t>fill</a:t>
            </a:r>
          </a:p>
          <a:p>
            <a:pPr marL="514350" indent="-514350">
              <a:buFont typeface="+mj-lt"/>
              <a:buAutoNum type="alphaUcPeriod"/>
              <a:defRPr/>
            </a:pPr>
            <a:r>
              <a:rPr lang="en-US" smtClean="0"/>
              <a:t>stroke</a:t>
            </a:r>
          </a:p>
          <a:p>
            <a:pPr>
              <a:buFont typeface="Arial" charset="0"/>
              <a:buNone/>
              <a:defRPr/>
            </a:pPr>
            <a:endParaRPr lang="en-US" smtClean="0"/>
          </a:p>
        </p:txBody>
      </p:sp>
      <p:sp>
        <p:nvSpPr>
          <p:cNvPr id="4" name="Slide Number Placeholder 3"/>
          <p:cNvSpPr>
            <a:spLocks noGrp="1"/>
          </p:cNvSpPr>
          <p:nvPr>
            <p:ph type="sldNum" sz="quarter" idx="12"/>
          </p:nvPr>
        </p:nvSpPr>
        <p:spPr/>
        <p:txBody>
          <a:bodyPr/>
          <a:lstStyle/>
          <a:p>
            <a:pPr>
              <a:defRPr/>
            </a:pPr>
            <a:fld id="{019740E5-D2D8-43E2-A8BB-455C061D33BE}" type="slidenum">
              <a:rPr lang="en-US" smtClean="0"/>
              <a:pPr>
                <a:defRPr/>
              </a:pPr>
              <a:t>82</a:t>
            </a:fld>
            <a:endParaRPr lang="en-US"/>
          </a:p>
        </p:txBody>
      </p:sp>
      <p:pic>
        <p:nvPicPr>
          <p:cNvPr id="27653" name="Picture 4" descr="fig-28a-new-stroke-fill.tif"/>
          <p:cNvPicPr>
            <a:picLocks noChangeAspect="1"/>
          </p:cNvPicPr>
          <p:nvPr/>
        </p:nvPicPr>
        <p:blipFill>
          <a:blip r:embed="rId3"/>
          <a:srcRect/>
          <a:stretch>
            <a:fillRect/>
          </a:stretch>
        </p:blipFill>
        <p:spPr bwMode="auto">
          <a:xfrm>
            <a:off x="3810000" y="2590800"/>
            <a:ext cx="3557588" cy="1992313"/>
          </a:xfrm>
          <a:prstGeom prst="rect">
            <a:avLst/>
          </a:prstGeom>
          <a:noFill/>
          <a:ln w="9525">
            <a:noFill/>
            <a:miter lim="800000"/>
            <a:headEnd/>
            <a:tailEnd/>
          </a:ln>
        </p:spPr>
      </p:pic>
      <p:sp>
        <p:nvSpPr>
          <p:cNvPr id="27654" name="TextBox 5"/>
          <p:cNvSpPr txBox="1">
            <a:spLocks noChangeArrowheads="1"/>
          </p:cNvSpPr>
          <p:nvPr/>
        </p:nvSpPr>
        <p:spPr bwMode="auto">
          <a:xfrm>
            <a:off x="4876800" y="2678113"/>
            <a:ext cx="685800" cy="369887"/>
          </a:xfrm>
          <a:prstGeom prst="rect">
            <a:avLst/>
          </a:prstGeom>
          <a:solidFill>
            <a:schemeClr val="bg1"/>
          </a:solidFill>
          <a:ln w="9525">
            <a:noFill/>
            <a:miter lim="800000"/>
            <a:headEnd/>
            <a:tailEnd/>
          </a:ln>
        </p:spPr>
        <p:txBody>
          <a:bodyPr>
            <a:spAutoFit/>
          </a:bodyPr>
          <a:lstStyle/>
          <a:p>
            <a:pPr algn="ctr"/>
            <a:r>
              <a:rPr lang="en-US" altLang="en-US" b="1">
                <a:solidFill>
                  <a:schemeClr val="accent2"/>
                </a:solidFill>
              </a:rPr>
              <a:t>(i)</a:t>
            </a:r>
          </a:p>
        </p:txBody>
      </p:sp>
      <p:sp>
        <p:nvSpPr>
          <p:cNvPr id="27655" name="TextBox 7"/>
          <p:cNvSpPr txBox="1">
            <a:spLocks noChangeArrowheads="1"/>
          </p:cNvSpPr>
          <p:nvPr/>
        </p:nvSpPr>
        <p:spPr bwMode="auto">
          <a:xfrm>
            <a:off x="6858000" y="3516313"/>
            <a:ext cx="685800" cy="369887"/>
          </a:xfrm>
          <a:prstGeom prst="rect">
            <a:avLst/>
          </a:prstGeom>
          <a:solidFill>
            <a:schemeClr val="bg1"/>
          </a:solidFill>
          <a:ln w="9525">
            <a:noFill/>
            <a:miter lim="800000"/>
            <a:headEnd/>
            <a:tailEnd/>
          </a:ln>
        </p:spPr>
        <p:txBody>
          <a:bodyPr>
            <a:spAutoFit/>
          </a:bodyPr>
          <a:lstStyle/>
          <a:p>
            <a:r>
              <a:rPr lang="en-US" altLang="en-US" b="1">
                <a:solidFill>
                  <a:schemeClr val="accent2"/>
                </a:solidFill>
              </a:rPr>
              <a:t>(ii)</a:t>
            </a:r>
          </a:p>
        </p:txBody>
      </p:sp>
      <p:sp>
        <p:nvSpPr>
          <p:cNvPr id="27656" name="TextBox 8"/>
          <p:cNvSpPr txBox="1">
            <a:spLocks noChangeArrowheads="1"/>
          </p:cNvSpPr>
          <p:nvPr/>
        </p:nvSpPr>
        <p:spPr bwMode="auto">
          <a:xfrm>
            <a:off x="6705600" y="3973513"/>
            <a:ext cx="685800" cy="369887"/>
          </a:xfrm>
          <a:prstGeom prst="rect">
            <a:avLst/>
          </a:prstGeom>
          <a:solidFill>
            <a:schemeClr val="bg1"/>
          </a:solidFill>
          <a:ln w="9525">
            <a:noFill/>
            <a:miter lim="800000"/>
            <a:headEnd/>
            <a:tailEnd/>
          </a:ln>
        </p:spPr>
        <p:txBody>
          <a:bodyPr>
            <a:spAutoFit/>
          </a:bodyPr>
          <a:lstStyle/>
          <a:p>
            <a:r>
              <a:rPr lang="en-US" altLang="en-US" b="1">
                <a:solidFill>
                  <a:schemeClr val="accent2"/>
                </a:solidFill>
              </a:rPr>
              <a:t>(iii)</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smtClean="0"/>
              <a:t>Review Question</a:t>
            </a:r>
          </a:p>
        </p:txBody>
      </p:sp>
      <p:sp>
        <p:nvSpPr>
          <p:cNvPr id="28675" name="Content Placeholder 2"/>
          <p:cNvSpPr>
            <a:spLocks noGrp="1"/>
          </p:cNvSpPr>
          <p:nvPr>
            <p:ph idx="1"/>
          </p:nvPr>
        </p:nvSpPr>
        <p:spPr/>
        <p:txBody>
          <a:bodyPr/>
          <a:lstStyle/>
          <a:p>
            <a:pPr>
              <a:buFont typeface="Arial" charset="0"/>
              <a:buNone/>
              <a:defRPr/>
            </a:pPr>
            <a:r>
              <a:rPr lang="en-US" smtClean="0"/>
              <a:t>Fill in the blanks with 2 of these words:</a:t>
            </a:r>
          </a:p>
          <a:p>
            <a:pPr>
              <a:buFont typeface="Arial" charset="0"/>
              <a:buNone/>
              <a:defRPr/>
            </a:pPr>
            <a:r>
              <a:rPr lang="en-US" smtClean="0">
                <a:solidFill>
                  <a:schemeClr val="accent5"/>
                </a:solidFill>
              </a:rPr>
              <a:t>path    stroke    fill    curviness    tangent    width</a:t>
            </a:r>
          </a:p>
          <a:p>
            <a:pPr>
              <a:buFont typeface="Arial" charset="0"/>
              <a:buNone/>
              <a:defRPr/>
            </a:pPr>
            <a:r>
              <a:rPr lang="en-US" smtClean="0">
                <a:solidFill>
                  <a:schemeClr val="accent5"/>
                </a:solidFill>
              </a:rPr>
              <a:t>color</a:t>
            </a:r>
          </a:p>
          <a:p>
            <a:pPr>
              <a:buFont typeface="Arial" charset="0"/>
              <a:buNone/>
              <a:defRPr/>
            </a:pPr>
            <a:endParaRPr lang="en-US" smtClean="0"/>
          </a:p>
          <a:p>
            <a:pPr>
              <a:buFont typeface="Arial" charset="0"/>
              <a:buNone/>
              <a:defRPr/>
            </a:pPr>
            <a:r>
              <a:rPr lang="en-US" smtClean="0"/>
              <a:t>The handle's length controls the ___ at the point and the handle's angle controls the ___ at the point.</a:t>
            </a:r>
          </a:p>
        </p:txBody>
      </p:sp>
      <p:sp>
        <p:nvSpPr>
          <p:cNvPr id="4" name="Slide Number Placeholder 3"/>
          <p:cNvSpPr>
            <a:spLocks noGrp="1"/>
          </p:cNvSpPr>
          <p:nvPr>
            <p:ph type="sldNum" sz="quarter" idx="12"/>
          </p:nvPr>
        </p:nvSpPr>
        <p:spPr/>
        <p:txBody>
          <a:bodyPr/>
          <a:lstStyle/>
          <a:p>
            <a:pPr>
              <a:defRPr/>
            </a:pPr>
            <a:fld id="{25BD30CB-5673-49E5-A266-8FCACAE58834}" type="slidenum">
              <a:rPr lang="en-US" smtClean="0"/>
              <a:pPr>
                <a:defRPr/>
              </a:pPr>
              <a:t>83</a:t>
            </a:fld>
            <a:endParaRPr lang="en-US"/>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altLang="en-US" smtClean="0"/>
              <a:t>Review Question</a:t>
            </a:r>
          </a:p>
        </p:txBody>
      </p:sp>
      <p:sp>
        <p:nvSpPr>
          <p:cNvPr id="3" name="Content Placeholder 2"/>
          <p:cNvSpPr>
            <a:spLocks noGrp="1"/>
          </p:cNvSpPr>
          <p:nvPr>
            <p:ph idx="1"/>
          </p:nvPr>
        </p:nvSpPr>
        <p:spPr/>
        <p:txBody>
          <a:bodyPr/>
          <a:lstStyle/>
          <a:p>
            <a:pPr>
              <a:buFont typeface="Arial" charset="0"/>
              <a:buNone/>
              <a:defRPr/>
            </a:pPr>
            <a:r>
              <a:rPr lang="en-US" smtClean="0"/>
              <a:t>Which of the following apply to corner points?</a:t>
            </a:r>
          </a:p>
          <a:p>
            <a:pPr>
              <a:buFont typeface="Arial" charset="0"/>
              <a:buNone/>
              <a:defRPr/>
            </a:pPr>
            <a:endParaRPr lang="en-US" smtClean="0"/>
          </a:p>
          <a:p>
            <a:pPr marL="514350" indent="-514350">
              <a:buFont typeface="+mj-lt"/>
              <a:buAutoNum type="alphaUcPeriod"/>
              <a:defRPr/>
            </a:pPr>
            <a:r>
              <a:rPr lang="en-US" smtClean="0"/>
              <a:t>appear sharp and angular</a:t>
            </a:r>
          </a:p>
          <a:p>
            <a:pPr marL="514350" indent="-514350">
              <a:buFont typeface="+mj-lt"/>
              <a:buAutoNum type="alphaUcPeriod"/>
              <a:defRPr/>
            </a:pPr>
            <a:r>
              <a:rPr lang="en-US" smtClean="0"/>
              <a:t>used for creating straight segments</a:t>
            </a:r>
          </a:p>
          <a:p>
            <a:pPr marL="514350" indent="-514350">
              <a:buFont typeface="+mj-lt"/>
              <a:buAutoNum type="alphaUcPeriod"/>
              <a:defRPr/>
            </a:pPr>
            <a:r>
              <a:rPr lang="en-US" smtClean="0"/>
              <a:t>handles have zero length</a:t>
            </a:r>
          </a:p>
          <a:p>
            <a:pPr marL="514350" indent="-514350">
              <a:buFont typeface="+mj-lt"/>
              <a:buAutoNum type="alphaUcPeriod"/>
              <a:defRPr/>
            </a:pPr>
            <a:r>
              <a:rPr lang="en-US" smtClean="0"/>
              <a:t>have direction handles to let you adjust the tangent and curviness at the point</a:t>
            </a:r>
          </a:p>
          <a:p>
            <a:pPr>
              <a:buFont typeface="Arial" charset="0"/>
              <a:buNone/>
              <a:defRPr/>
            </a:pPr>
            <a:endParaRPr lang="en-US"/>
          </a:p>
        </p:txBody>
      </p:sp>
      <p:sp>
        <p:nvSpPr>
          <p:cNvPr id="4" name="Slide Number Placeholder 3"/>
          <p:cNvSpPr>
            <a:spLocks noGrp="1"/>
          </p:cNvSpPr>
          <p:nvPr>
            <p:ph type="sldNum" sz="quarter" idx="12"/>
          </p:nvPr>
        </p:nvSpPr>
        <p:spPr/>
        <p:txBody>
          <a:bodyPr/>
          <a:lstStyle/>
          <a:p>
            <a:pPr>
              <a:defRPr/>
            </a:pPr>
            <a:fld id="{55190746-ED8C-4E77-BF34-9AB1957069C6}" type="slidenum">
              <a:rPr lang="en-US" smtClean="0"/>
              <a:pPr>
                <a:defRPr/>
              </a:pPr>
              <a:t>84</a:t>
            </a:fld>
            <a:endParaRPr lang="en-US"/>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tLang="en-US" smtClean="0"/>
              <a:t>Review Question</a:t>
            </a:r>
          </a:p>
        </p:txBody>
      </p:sp>
      <p:sp>
        <p:nvSpPr>
          <p:cNvPr id="3" name="Content Placeholder 2"/>
          <p:cNvSpPr>
            <a:spLocks noGrp="1"/>
          </p:cNvSpPr>
          <p:nvPr>
            <p:ph idx="1"/>
          </p:nvPr>
        </p:nvSpPr>
        <p:spPr/>
        <p:txBody>
          <a:bodyPr/>
          <a:lstStyle/>
          <a:p>
            <a:pPr>
              <a:buFont typeface="Arial" charset="0"/>
              <a:buNone/>
              <a:defRPr/>
            </a:pPr>
            <a:r>
              <a:rPr lang="en-US" smtClean="0"/>
              <a:t>Which of the following apply to smooth points?</a:t>
            </a:r>
          </a:p>
          <a:p>
            <a:pPr>
              <a:buFont typeface="Arial" charset="0"/>
              <a:buNone/>
              <a:defRPr/>
            </a:pPr>
            <a:endParaRPr lang="en-US" smtClean="0"/>
          </a:p>
          <a:p>
            <a:pPr marL="514350" indent="-514350">
              <a:buFont typeface="+mj-lt"/>
              <a:buAutoNum type="alphaUcPeriod"/>
              <a:defRPr/>
            </a:pPr>
            <a:r>
              <a:rPr lang="en-US" smtClean="0"/>
              <a:t>appear sharp and angular</a:t>
            </a:r>
          </a:p>
          <a:p>
            <a:pPr marL="514350" indent="-514350">
              <a:buFont typeface="+mj-lt"/>
              <a:buAutoNum type="alphaUcPeriod"/>
              <a:defRPr/>
            </a:pPr>
            <a:r>
              <a:rPr lang="en-US" smtClean="0"/>
              <a:t>used for creating straight segments</a:t>
            </a:r>
          </a:p>
          <a:p>
            <a:pPr marL="514350" indent="-514350">
              <a:buFont typeface="+mj-lt"/>
              <a:buAutoNum type="alphaUcPeriod"/>
              <a:defRPr/>
            </a:pPr>
            <a:r>
              <a:rPr lang="en-US" smtClean="0"/>
              <a:t>handles have zero length</a:t>
            </a:r>
          </a:p>
          <a:p>
            <a:pPr marL="514350" indent="-514350">
              <a:buFont typeface="+mj-lt"/>
              <a:buAutoNum type="alphaUcPeriod"/>
              <a:defRPr/>
            </a:pPr>
            <a:r>
              <a:rPr lang="en-US" smtClean="0"/>
              <a:t>have direction handles to let you adjust the tangent and curviness at the point</a:t>
            </a:r>
          </a:p>
          <a:p>
            <a:pPr>
              <a:buFont typeface="Arial" charset="0"/>
              <a:buNone/>
              <a:defRPr/>
            </a:pPr>
            <a:endParaRPr lang="en-US"/>
          </a:p>
        </p:txBody>
      </p:sp>
      <p:sp>
        <p:nvSpPr>
          <p:cNvPr id="4" name="Slide Number Placeholder 3"/>
          <p:cNvSpPr>
            <a:spLocks noGrp="1"/>
          </p:cNvSpPr>
          <p:nvPr>
            <p:ph type="sldNum" sz="quarter" idx="12"/>
          </p:nvPr>
        </p:nvSpPr>
        <p:spPr/>
        <p:txBody>
          <a:bodyPr/>
          <a:lstStyle/>
          <a:p>
            <a:pPr>
              <a:defRPr/>
            </a:pPr>
            <a:fld id="{FC994DB2-DC3F-42AE-B5F1-54357C1DC5E9}" type="slidenum">
              <a:rPr lang="en-US" smtClean="0"/>
              <a:pPr>
                <a:defRPr/>
              </a:pPr>
              <a:t>85</a:t>
            </a:fld>
            <a:endParaRPr lang="en-US"/>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15" descr="review-q-handle-dependency-2.png"/>
          <p:cNvPicPr>
            <a:picLocks noChangeAspect="1"/>
          </p:cNvPicPr>
          <p:nvPr/>
        </p:nvPicPr>
        <p:blipFill>
          <a:blip r:embed="rId3"/>
          <a:srcRect/>
          <a:stretch>
            <a:fillRect/>
          </a:stretch>
        </p:blipFill>
        <p:spPr bwMode="auto">
          <a:xfrm>
            <a:off x="3276600" y="2971800"/>
            <a:ext cx="3400425" cy="1905000"/>
          </a:xfrm>
          <a:prstGeom prst="rect">
            <a:avLst/>
          </a:prstGeom>
          <a:noFill/>
          <a:ln w="9525">
            <a:noFill/>
            <a:miter lim="800000"/>
            <a:headEnd/>
            <a:tailEnd/>
          </a:ln>
        </p:spPr>
      </p:pic>
      <p:sp>
        <p:nvSpPr>
          <p:cNvPr id="31747" name="Title 1"/>
          <p:cNvSpPr>
            <a:spLocks noGrp="1"/>
          </p:cNvSpPr>
          <p:nvPr>
            <p:ph type="title"/>
          </p:nvPr>
        </p:nvSpPr>
        <p:spPr/>
        <p:txBody>
          <a:bodyPr/>
          <a:lstStyle/>
          <a:p>
            <a:r>
              <a:rPr lang="en-US" altLang="en-US" smtClean="0"/>
              <a:t>Review Question</a:t>
            </a:r>
          </a:p>
        </p:txBody>
      </p:sp>
      <p:sp>
        <p:nvSpPr>
          <p:cNvPr id="31748" name="Content Placeholder 2"/>
          <p:cNvSpPr>
            <a:spLocks noGrp="1"/>
          </p:cNvSpPr>
          <p:nvPr>
            <p:ph idx="1"/>
          </p:nvPr>
        </p:nvSpPr>
        <p:spPr>
          <a:xfrm>
            <a:off x="457200" y="1600200"/>
            <a:ext cx="8229600" cy="990600"/>
          </a:xfrm>
        </p:spPr>
        <p:txBody>
          <a:bodyPr/>
          <a:lstStyle/>
          <a:p>
            <a:pPr>
              <a:buFont typeface="Arial" pitchFamily="34" charset="0"/>
              <a:buNone/>
            </a:pPr>
            <a:r>
              <a:rPr lang="en-US" altLang="en-US" smtClean="0"/>
              <a:t>Which point's handle dependency is broken?</a:t>
            </a:r>
          </a:p>
          <a:p>
            <a:pPr>
              <a:buFont typeface="Arial" pitchFamily="34" charset="0"/>
              <a:buNone/>
            </a:pPr>
            <a:endParaRPr lang="en-US" altLang="en-US" smtClean="0"/>
          </a:p>
        </p:txBody>
      </p:sp>
      <p:sp>
        <p:nvSpPr>
          <p:cNvPr id="4" name="Slide Number Placeholder 3"/>
          <p:cNvSpPr>
            <a:spLocks noGrp="1"/>
          </p:cNvSpPr>
          <p:nvPr>
            <p:ph type="sldNum" sz="quarter" idx="12"/>
          </p:nvPr>
        </p:nvSpPr>
        <p:spPr/>
        <p:txBody>
          <a:bodyPr/>
          <a:lstStyle/>
          <a:p>
            <a:pPr>
              <a:defRPr/>
            </a:pPr>
            <a:fld id="{ED640061-AA9E-4842-AC48-D5B5E60BDC62}" type="slidenum">
              <a:rPr lang="en-US" smtClean="0"/>
              <a:pPr>
                <a:defRPr/>
              </a:pPr>
              <a:t>86</a:t>
            </a:fld>
            <a:endParaRPr lang="en-US"/>
          </a:p>
        </p:txBody>
      </p:sp>
      <p:pic>
        <p:nvPicPr>
          <p:cNvPr id="31750" name="Picture 4" descr="review-q-handle-dependency-1.png"/>
          <p:cNvPicPr>
            <a:picLocks noChangeAspect="1"/>
          </p:cNvPicPr>
          <p:nvPr/>
        </p:nvPicPr>
        <p:blipFill>
          <a:blip r:embed="rId4"/>
          <a:srcRect r="4236"/>
          <a:stretch>
            <a:fillRect/>
          </a:stretch>
        </p:blipFill>
        <p:spPr bwMode="auto">
          <a:xfrm>
            <a:off x="0" y="2960688"/>
            <a:ext cx="3276600" cy="1916112"/>
          </a:xfrm>
          <a:prstGeom prst="rect">
            <a:avLst/>
          </a:prstGeom>
          <a:noFill/>
          <a:ln w="9525">
            <a:noFill/>
            <a:miter lim="800000"/>
            <a:headEnd/>
            <a:tailEnd/>
          </a:ln>
        </p:spPr>
      </p:pic>
      <p:pic>
        <p:nvPicPr>
          <p:cNvPr id="31751" name="Picture 6" descr="review-q-handle-dependency-3.png"/>
          <p:cNvPicPr>
            <a:picLocks noChangeAspect="1"/>
          </p:cNvPicPr>
          <p:nvPr/>
        </p:nvPicPr>
        <p:blipFill>
          <a:blip r:embed="rId5"/>
          <a:srcRect l="11581" r="8289"/>
          <a:stretch>
            <a:fillRect/>
          </a:stretch>
        </p:blipFill>
        <p:spPr bwMode="auto">
          <a:xfrm>
            <a:off x="6705600" y="2909888"/>
            <a:ext cx="2209800" cy="2122487"/>
          </a:xfrm>
          <a:prstGeom prst="rect">
            <a:avLst/>
          </a:prstGeom>
          <a:noFill/>
          <a:ln w="9525">
            <a:noFill/>
            <a:miter lim="800000"/>
            <a:headEnd/>
            <a:tailEnd/>
          </a:ln>
        </p:spPr>
      </p:pic>
      <p:cxnSp>
        <p:nvCxnSpPr>
          <p:cNvPr id="9" name="Straight Arrow Connector 8"/>
          <p:cNvCxnSpPr/>
          <p:nvPr/>
        </p:nvCxnSpPr>
        <p:spPr>
          <a:xfrm rot="5400000" flipH="1" flipV="1">
            <a:off x="1104900" y="4991100"/>
            <a:ext cx="609600" cy="762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0" name="Straight Arrow Connector 9"/>
          <p:cNvCxnSpPr/>
          <p:nvPr/>
        </p:nvCxnSpPr>
        <p:spPr>
          <a:xfrm rot="5400000" flipH="1" flipV="1">
            <a:off x="4305300" y="4914900"/>
            <a:ext cx="609600" cy="762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1" name="Straight Arrow Connector 10"/>
          <p:cNvCxnSpPr/>
          <p:nvPr/>
        </p:nvCxnSpPr>
        <p:spPr>
          <a:xfrm rot="5400000" flipH="1" flipV="1">
            <a:off x="7277100" y="4838700"/>
            <a:ext cx="609600" cy="762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31755" name="TextBox 11"/>
          <p:cNvSpPr txBox="1">
            <a:spLocks noChangeArrowheads="1"/>
          </p:cNvSpPr>
          <p:nvPr/>
        </p:nvSpPr>
        <p:spPr bwMode="auto">
          <a:xfrm>
            <a:off x="1219200" y="5486400"/>
            <a:ext cx="338138" cy="369888"/>
          </a:xfrm>
          <a:prstGeom prst="rect">
            <a:avLst/>
          </a:prstGeom>
          <a:noFill/>
          <a:ln w="9525">
            <a:noFill/>
            <a:miter lim="800000"/>
            <a:headEnd/>
            <a:tailEnd/>
          </a:ln>
        </p:spPr>
        <p:txBody>
          <a:bodyPr wrap="none">
            <a:spAutoFit/>
          </a:bodyPr>
          <a:lstStyle/>
          <a:p>
            <a:pPr algn="ctr"/>
            <a:r>
              <a:rPr lang="en-US" altLang="en-US">
                <a:solidFill>
                  <a:schemeClr val="accent2"/>
                </a:solidFill>
              </a:rPr>
              <a:t>A</a:t>
            </a:r>
          </a:p>
        </p:txBody>
      </p:sp>
      <p:sp>
        <p:nvSpPr>
          <p:cNvPr id="31756" name="TextBox 13"/>
          <p:cNvSpPr txBox="1">
            <a:spLocks noChangeArrowheads="1"/>
          </p:cNvSpPr>
          <p:nvPr/>
        </p:nvSpPr>
        <p:spPr bwMode="auto">
          <a:xfrm>
            <a:off x="4343400" y="5486400"/>
            <a:ext cx="338138" cy="369888"/>
          </a:xfrm>
          <a:prstGeom prst="rect">
            <a:avLst/>
          </a:prstGeom>
          <a:noFill/>
          <a:ln w="9525">
            <a:noFill/>
            <a:miter lim="800000"/>
            <a:headEnd/>
            <a:tailEnd/>
          </a:ln>
        </p:spPr>
        <p:txBody>
          <a:bodyPr wrap="none">
            <a:spAutoFit/>
          </a:bodyPr>
          <a:lstStyle/>
          <a:p>
            <a:pPr algn="ctr"/>
            <a:r>
              <a:rPr lang="en-US" altLang="en-US">
                <a:solidFill>
                  <a:schemeClr val="accent2"/>
                </a:solidFill>
              </a:rPr>
              <a:t>B</a:t>
            </a:r>
          </a:p>
        </p:txBody>
      </p:sp>
      <p:sp>
        <p:nvSpPr>
          <p:cNvPr id="31757" name="TextBox 14"/>
          <p:cNvSpPr txBox="1">
            <a:spLocks noChangeArrowheads="1"/>
          </p:cNvSpPr>
          <p:nvPr/>
        </p:nvSpPr>
        <p:spPr bwMode="auto">
          <a:xfrm>
            <a:off x="7308850" y="5486400"/>
            <a:ext cx="350838" cy="369888"/>
          </a:xfrm>
          <a:prstGeom prst="rect">
            <a:avLst/>
          </a:prstGeom>
          <a:noFill/>
          <a:ln w="9525">
            <a:noFill/>
            <a:miter lim="800000"/>
            <a:headEnd/>
            <a:tailEnd/>
          </a:ln>
        </p:spPr>
        <p:txBody>
          <a:bodyPr wrap="none">
            <a:spAutoFit/>
          </a:bodyPr>
          <a:lstStyle/>
          <a:p>
            <a:pPr algn="ctr"/>
            <a:r>
              <a:rPr lang="en-US" altLang="en-US">
                <a:solidFill>
                  <a:schemeClr val="accent2"/>
                </a:solidFill>
              </a:rPr>
              <a:t>C</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smtClean="0"/>
              <a:t>Review Question</a:t>
            </a:r>
          </a:p>
        </p:txBody>
      </p:sp>
      <p:sp>
        <p:nvSpPr>
          <p:cNvPr id="3" name="Content Placeholder 2"/>
          <p:cNvSpPr>
            <a:spLocks noGrp="1"/>
          </p:cNvSpPr>
          <p:nvPr>
            <p:ph idx="1"/>
          </p:nvPr>
        </p:nvSpPr>
        <p:spPr/>
        <p:txBody>
          <a:bodyPr/>
          <a:lstStyle/>
          <a:p>
            <a:pPr>
              <a:buFont typeface="Arial" charset="0"/>
              <a:buNone/>
              <a:defRPr/>
            </a:pPr>
            <a:r>
              <a:rPr lang="en-US" smtClean="0"/>
              <a:t>The Selection tool let you select ___.</a:t>
            </a:r>
          </a:p>
          <a:p>
            <a:pPr>
              <a:buFont typeface="Arial" charset="0"/>
              <a:buNone/>
              <a:defRPr/>
            </a:pPr>
            <a:endParaRPr lang="en-US" smtClean="0"/>
          </a:p>
          <a:p>
            <a:pPr marL="514350" indent="-514350">
              <a:buFont typeface="+mj-lt"/>
              <a:buAutoNum type="alphaUcPeriod"/>
              <a:defRPr/>
            </a:pPr>
            <a:r>
              <a:rPr lang="en-US" smtClean="0"/>
              <a:t>the whole object</a:t>
            </a:r>
          </a:p>
          <a:p>
            <a:pPr marL="514350" indent="-514350">
              <a:buFont typeface="+mj-lt"/>
              <a:buAutoNum type="alphaUcPeriod"/>
              <a:defRPr/>
            </a:pPr>
            <a:r>
              <a:rPr lang="en-US" smtClean="0"/>
              <a:t>the points and handles on a path</a:t>
            </a:r>
            <a:endParaRPr lang="en-US"/>
          </a:p>
        </p:txBody>
      </p:sp>
      <p:sp>
        <p:nvSpPr>
          <p:cNvPr id="4" name="Slide Number Placeholder 3"/>
          <p:cNvSpPr>
            <a:spLocks noGrp="1"/>
          </p:cNvSpPr>
          <p:nvPr>
            <p:ph type="sldNum" sz="quarter" idx="12"/>
          </p:nvPr>
        </p:nvSpPr>
        <p:spPr/>
        <p:txBody>
          <a:bodyPr/>
          <a:lstStyle/>
          <a:p>
            <a:pPr>
              <a:defRPr/>
            </a:pPr>
            <a:fld id="{9CDEF825-0BE0-4E57-B6FB-9537625D72A6}" type="slidenum">
              <a:rPr lang="en-US" smtClean="0"/>
              <a:pPr>
                <a:defRPr/>
              </a:pPr>
              <a:t>87</a:t>
            </a:fld>
            <a:endParaRPr lang="en-US"/>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altLang="en-US" smtClean="0"/>
              <a:t>Review Question</a:t>
            </a:r>
          </a:p>
        </p:txBody>
      </p:sp>
      <p:sp>
        <p:nvSpPr>
          <p:cNvPr id="3" name="Content Placeholder 2"/>
          <p:cNvSpPr>
            <a:spLocks noGrp="1"/>
          </p:cNvSpPr>
          <p:nvPr>
            <p:ph idx="1"/>
          </p:nvPr>
        </p:nvSpPr>
        <p:spPr/>
        <p:txBody>
          <a:bodyPr/>
          <a:lstStyle/>
          <a:p>
            <a:pPr>
              <a:buFont typeface="Arial" charset="0"/>
              <a:buNone/>
              <a:defRPr/>
            </a:pPr>
            <a:r>
              <a:rPr lang="en-US" smtClean="0"/>
              <a:t>The Subselection or Direct Selection tool let you select ___.</a:t>
            </a:r>
          </a:p>
          <a:p>
            <a:pPr>
              <a:buFont typeface="Arial" charset="0"/>
              <a:buNone/>
              <a:defRPr/>
            </a:pPr>
            <a:endParaRPr lang="en-US" smtClean="0"/>
          </a:p>
          <a:p>
            <a:pPr marL="514350" indent="-514350">
              <a:buFont typeface="+mj-lt"/>
              <a:buAutoNum type="alphaUcPeriod"/>
              <a:defRPr/>
            </a:pPr>
            <a:r>
              <a:rPr lang="en-US" smtClean="0"/>
              <a:t>the whole object</a:t>
            </a:r>
          </a:p>
          <a:p>
            <a:pPr marL="514350" indent="-514350">
              <a:buFont typeface="+mj-lt"/>
              <a:buAutoNum type="alphaUcPeriod"/>
              <a:defRPr/>
            </a:pPr>
            <a:r>
              <a:rPr lang="en-US" smtClean="0"/>
              <a:t>the points and handles on a path</a:t>
            </a:r>
            <a:endParaRPr lang="en-US"/>
          </a:p>
        </p:txBody>
      </p:sp>
      <p:sp>
        <p:nvSpPr>
          <p:cNvPr id="4" name="Slide Number Placeholder 3"/>
          <p:cNvSpPr>
            <a:spLocks noGrp="1"/>
          </p:cNvSpPr>
          <p:nvPr>
            <p:ph type="sldNum" sz="quarter" idx="12"/>
          </p:nvPr>
        </p:nvSpPr>
        <p:spPr/>
        <p:txBody>
          <a:bodyPr/>
          <a:lstStyle/>
          <a:p>
            <a:pPr>
              <a:defRPr/>
            </a:pPr>
            <a:fld id="{1D7F534B-9E30-48BA-B87F-9FC68CB45FE8}" type="slidenum">
              <a:rPr lang="en-US" smtClean="0"/>
              <a:pPr>
                <a:defRPr/>
              </a:pPr>
              <a:t>88</a:t>
            </a:fld>
            <a:endParaRPr lang="en-US"/>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tLang="en-US" smtClean="0"/>
              <a:t>Review Question</a:t>
            </a:r>
          </a:p>
        </p:txBody>
      </p:sp>
      <p:sp>
        <p:nvSpPr>
          <p:cNvPr id="34819" name="Content Placeholder 2"/>
          <p:cNvSpPr>
            <a:spLocks noGrp="1"/>
          </p:cNvSpPr>
          <p:nvPr>
            <p:ph idx="1"/>
          </p:nvPr>
        </p:nvSpPr>
        <p:spPr/>
        <p:txBody>
          <a:bodyPr/>
          <a:lstStyle/>
          <a:p>
            <a:pPr>
              <a:buFont typeface="Arial" pitchFamily="34" charset="0"/>
              <a:buNone/>
            </a:pPr>
            <a:r>
              <a:rPr lang="en-US" altLang="en-US" smtClean="0"/>
              <a:t>True/False: When you use the free-form drawing tool to draw a path, it is not made up of anchor points any more.</a:t>
            </a:r>
          </a:p>
        </p:txBody>
      </p:sp>
      <p:sp>
        <p:nvSpPr>
          <p:cNvPr id="4" name="Slide Number Placeholder 3"/>
          <p:cNvSpPr>
            <a:spLocks noGrp="1"/>
          </p:cNvSpPr>
          <p:nvPr>
            <p:ph type="sldNum" sz="quarter" idx="12"/>
          </p:nvPr>
        </p:nvSpPr>
        <p:spPr/>
        <p:txBody>
          <a:bodyPr/>
          <a:lstStyle/>
          <a:p>
            <a:pPr>
              <a:defRPr/>
            </a:pPr>
            <a:fld id="{577EFCA3-0298-4942-8D9D-B618D481E576}" type="slidenum">
              <a:rPr lang="en-US" smtClean="0"/>
              <a:pPr>
                <a:defRPr/>
              </a:pPr>
              <a:t>89</a:t>
            </a:fld>
            <a:endParaRPr lang="en-US"/>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normAutofit fontScale="90000"/>
          </a:bodyPr>
          <a:lstStyle/>
          <a:p>
            <a:r>
              <a:rPr lang="en-US" altLang="en-US" sz="3600" smtClean="0"/>
              <a:t>"Digital Media Primer" Yue-Ling Wong, </a:t>
            </a:r>
            <a:br>
              <a:rPr lang="en-US" altLang="en-US" sz="3600" smtClean="0"/>
            </a:br>
            <a:r>
              <a:rPr lang="en-US" altLang="en-US" sz="3600" smtClean="0"/>
              <a:t>Copyright (c)2013 by Pearson Education, Inc. All rights reserved.</a:t>
            </a:r>
          </a:p>
        </p:txBody>
      </p:sp>
      <p:sp>
        <p:nvSpPr>
          <p:cNvPr id="4" name="Slide Number Placeholder 3"/>
          <p:cNvSpPr>
            <a:spLocks noGrp="1"/>
          </p:cNvSpPr>
          <p:nvPr>
            <p:ph type="sldNum" sz="quarter" idx="12"/>
          </p:nvPr>
        </p:nvSpPr>
        <p:spPr/>
        <p:txBody>
          <a:bodyPr/>
          <a:lstStyle/>
          <a:p>
            <a:pPr>
              <a:defRPr/>
            </a:pPr>
            <a:fld id="{6F5C9737-7570-4298-A228-F2F2505B1B9B}" type="slidenum">
              <a:rPr lang="en-US" smtClean="0"/>
              <a:pPr>
                <a:defRPr/>
              </a:pPr>
              <a:t>90</a:t>
            </a:fld>
            <a:endParaRPr lang="en-US"/>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rtlCol="0">
            <a:normAutofit/>
          </a:bodyPr>
          <a:lstStyle/>
          <a:p>
            <a:pPr eaLnBrk="1" fontAlgn="auto" hangingPunct="1">
              <a:spcAft>
                <a:spcPts val="0"/>
              </a:spcAft>
              <a:defRPr/>
            </a:pPr>
            <a:r>
              <a:rPr lang="en-US" smtClean="0"/>
              <a:t>Part 7</a:t>
            </a:r>
          </a:p>
          <a:p>
            <a:pPr eaLnBrk="1" fontAlgn="auto" hangingPunct="1">
              <a:spcAft>
                <a:spcPts val="0"/>
              </a:spcAft>
              <a:defRPr/>
            </a:pPr>
            <a:r>
              <a:rPr lang="en-US" smtClean="0"/>
              <a:t>Output Images for Web</a:t>
            </a:r>
          </a:p>
        </p:txBody>
      </p:sp>
      <p:sp>
        <p:nvSpPr>
          <p:cNvPr id="4" name="Slide Number Placeholder 3"/>
          <p:cNvSpPr>
            <a:spLocks noGrp="1"/>
          </p:cNvSpPr>
          <p:nvPr>
            <p:ph type="sldNum" sz="quarter" idx="12"/>
          </p:nvPr>
        </p:nvSpPr>
        <p:spPr/>
        <p:txBody>
          <a:bodyPr/>
          <a:lstStyle/>
          <a:p>
            <a:pPr>
              <a:defRPr/>
            </a:pPr>
            <a:fld id="{290C7DD9-6465-49B7-BA19-C67C17275513}" type="slidenum">
              <a:rPr lang="en-US" smtClean="0"/>
              <a:pPr>
                <a:defRPr/>
              </a:pPr>
              <a:t>91</a:t>
            </a:fld>
            <a:endParaRPr lang="en-US"/>
          </a:p>
        </p:txBody>
      </p:sp>
      <p:sp>
        <p:nvSpPr>
          <p:cNvPr id="6" name="Title 1"/>
          <p:cNvSpPr>
            <a:spLocks noGrp="1"/>
          </p:cNvSpPr>
          <p:nvPr>
            <p:ph type="ctrTitle"/>
          </p:nvPr>
        </p:nvSpPr>
        <p:spPr>
          <a:xfrm>
            <a:off x="533400" y="2130425"/>
            <a:ext cx="8001000" cy="1470025"/>
          </a:xfrm>
        </p:spPr>
        <p:txBody>
          <a:bodyPr>
            <a:normAutofit fontScale="90000"/>
          </a:bodyPr>
          <a:lstStyle/>
          <a:p>
            <a:pPr eaLnBrk="1" hangingPunct="1">
              <a:defRPr/>
            </a:pPr>
            <a:r>
              <a:rPr lang="en-US" smtClean="0"/>
              <a:t>Chapter 3</a:t>
            </a:r>
            <a:br>
              <a:rPr lang="en-US" smtClean="0"/>
            </a:br>
            <a:r>
              <a:rPr lang="en-US" smtClean="0"/>
              <a:t>Capturing and Editing Digital Images</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altLang="en-US" smtClean="0"/>
              <a:t>In this lecture, you will learn:</a:t>
            </a:r>
          </a:p>
        </p:txBody>
      </p:sp>
      <p:sp>
        <p:nvSpPr>
          <p:cNvPr id="4099" name="Content Placeholder 2"/>
          <p:cNvSpPr>
            <a:spLocks noGrp="1"/>
          </p:cNvSpPr>
          <p:nvPr>
            <p:ph idx="1"/>
          </p:nvPr>
        </p:nvSpPr>
        <p:spPr/>
        <p:txBody>
          <a:bodyPr/>
          <a:lstStyle/>
          <a:p>
            <a:pPr eaLnBrk="1" hangingPunct="1"/>
            <a:r>
              <a:rPr lang="en-US" altLang="en-US" smtClean="0"/>
              <a:t>the characteristics, pros, and cons of the common file formats for Web images</a:t>
            </a:r>
          </a:p>
          <a:p>
            <a:pPr eaLnBrk="1" hangingPunct="1"/>
            <a:endParaRPr lang="en-US" altLang="en-US" smtClean="0"/>
          </a:p>
          <a:p>
            <a:pPr eaLnBrk="1" hangingPunct="1"/>
            <a:r>
              <a:rPr lang="en-US" altLang="en-US" smtClean="0"/>
              <a:t>how to choose image file format for Web</a:t>
            </a:r>
          </a:p>
          <a:p>
            <a:pPr eaLnBrk="1" hangingPunct="1"/>
            <a:endParaRPr lang="en-US" altLang="en-US" smtClean="0"/>
          </a:p>
          <a:p>
            <a:pPr eaLnBrk="1" hangingPunct="1"/>
            <a:r>
              <a:rPr lang="en-US" altLang="en-US" smtClean="0"/>
              <a:t>what dithering means</a:t>
            </a:r>
          </a:p>
        </p:txBody>
      </p:sp>
      <p:sp>
        <p:nvSpPr>
          <p:cNvPr id="4" name="Slide Number Placeholder 3"/>
          <p:cNvSpPr>
            <a:spLocks noGrp="1"/>
          </p:cNvSpPr>
          <p:nvPr>
            <p:ph type="sldNum" sz="quarter" idx="12"/>
          </p:nvPr>
        </p:nvSpPr>
        <p:spPr/>
        <p:txBody>
          <a:bodyPr/>
          <a:lstStyle/>
          <a:p>
            <a:pPr>
              <a:defRPr/>
            </a:pPr>
            <a:fld id="{C4046202-F153-4B92-B07D-CF68D84F29E0}" type="slidenum">
              <a:rPr lang="en-US" smtClean="0"/>
              <a:pPr>
                <a:defRPr/>
              </a:pPr>
              <a:t>92</a:t>
            </a:fld>
            <a:endParaRPr lang="en-US"/>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smtClean="0"/>
              <a:t>Common File Formats for Web Images</a:t>
            </a:r>
            <a:endParaRPr lang="en-US"/>
          </a:p>
        </p:txBody>
      </p:sp>
      <p:sp>
        <p:nvSpPr>
          <p:cNvPr id="5123" name="Content Placeholder 2"/>
          <p:cNvSpPr>
            <a:spLocks noGrp="1"/>
          </p:cNvSpPr>
          <p:nvPr>
            <p:ph idx="1"/>
          </p:nvPr>
        </p:nvSpPr>
        <p:spPr/>
        <p:txBody>
          <a:bodyPr/>
          <a:lstStyle/>
          <a:p>
            <a:r>
              <a:rPr lang="en-US" altLang="en-US" smtClean="0"/>
              <a:t>JPEG</a:t>
            </a:r>
          </a:p>
          <a:p>
            <a:r>
              <a:rPr lang="en-US" altLang="en-US" smtClean="0"/>
              <a:t>GIF</a:t>
            </a:r>
          </a:p>
          <a:p>
            <a:r>
              <a:rPr lang="en-US" altLang="en-US" smtClean="0"/>
              <a:t>PNG</a:t>
            </a:r>
          </a:p>
        </p:txBody>
      </p:sp>
      <p:sp>
        <p:nvSpPr>
          <p:cNvPr id="4" name="Slide Number Placeholder 3"/>
          <p:cNvSpPr>
            <a:spLocks noGrp="1"/>
          </p:cNvSpPr>
          <p:nvPr>
            <p:ph type="sldNum" sz="quarter" idx="12"/>
          </p:nvPr>
        </p:nvSpPr>
        <p:spPr/>
        <p:txBody>
          <a:bodyPr/>
          <a:lstStyle/>
          <a:p>
            <a:pPr>
              <a:defRPr/>
            </a:pPr>
            <a:fld id="{CF3185CA-C10D-402F-BCF7-EAF2A40A1103}" type="slidenum">
              <a:rPr lang="en-US" smtClean="0"/>
              <a:pPr>
                <a:defRPr/>
              </a:pPr>
              <a:t>93</a:t>
            </a:fld>
            <a:endParaRPr lang="en-US"/>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en-US" smtClean="0"/>
              <a:t>JPEG</a:t>
            </a:r>
          </a:p>
        </p:txBody>
      </p:sp>
      <p:sp>
        <p:nvSpPr>
          <p:cNvPr id="6147" name="Content Placeholder 2"/>
          <p:cNvSpPr>
            <a:spLocks noGrp="1"/>
          </p:cNvSpPr>
          <p:nvPr>
            <p:ph idx="1"/>
          </p:nvPr>
        </p:nvSpPr>
        <p:spPr/>
        <p:txBody>
          <a:bodyPr/>
          <a:lstStyle/>
          <a:p>
            <a:r>
              <a:rPr lang="en-US" altLang="en-US" smtClean="0"/>
              <a:t>best with:</a:t>
            </a:r>
          </a:p>
          <a:p>
            <a:pPr lvl="1"/>
            <a:r>
              <a:rPr lang="en-US" altLang="en-US" smtClean="0"/>
              <a:t> continuous-tone images with a broad color range</a:t>
            </a:r>
          </a:p>
          <a:p>
            <a:pPr lvl="1"/>
            <a:r>
              <a:rPr lang="en-US" altLang="en-US" smtClean="0"/>
              <a:t>subtle color and brightness variations</a:t>
            </a:r>
          </a:p>
          <a:p>
            <a:pPr lvl="1"/>
            <a:r>
              <a:rPr lang="en-US" altLang="en-US" smtClean="0"/>
              <a:t>e.g., photographs and images with gradients.</a:t>
            </a:r>
          </a:p>
          <a:p>
            <a:r>
              <a:rPr lang="en-US" altLang="en-US" smtClean="0"/>
              <a:t>JPEG supports 24-bit color (millions of colors)</a:t>
            </a:r>
          </a:p>
          <a:p>
            <a:r>
              <a:rPr lang="en-US" altLang="en-US" smtClean="0"/>
              <a:t>JPEG compression: lossy</a:t>
            </a:r>
            <a:br>
              <a:rPr lang="en-US" altLang="en-US" smtClean="0"/>
            </a:br>
            <a:r>
              <a:rPr lang="en-US" altLang="en-US" smtClean="0"/>
              <a:t>(it loses image data in order to make the file size smaller)</a:t>
            </a:r>
          </a:p>
        </p:txBody>
      </p:sp>
      <p:sp>
        <p:nvSpPr>
          <p:cNvPr id="4" name="Slide Number Placeholder 3"/>
          <p:cNvSpPr>
            <a:spLocks noGrp="1"/>
          </p:cNvSpPr>
          <p:nvPr>
            <p:ph type="sldNum" sz="quarter" idx="12"/>
          </p:nvPr>
        </p:nvSpPr>
        <p:spPr/>
        <p:txBody>
          <a:bodyPr/>
          <a:lstStyle/>
          <a:p>
            <a:pPr>
              <a:defRPr/>
            </a:pPr>
            <a:fld id="{791611A1-66BF-4F9A-881A-73C080F7595D}" type="slidenum">
              <a:rPr lang="en-US" smtClean="0"/>
              <a:pPr>
                <a:defRPr/>
              </a:pPr>
              <a:t>94</a:t>
            </a:fld>
            <a:endParaRPr lang="en-US"/>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ltLang="en-US" smtClean="0"/>
              <a:t>JPEG</a:t>
            </a:r>
          </a:p>
        </p:txBody>
      </p:sp>
      <p:sp>
        <p:nvSpPr>
          <p:cNvPr id="3" name="Content Placeholder 2"/>
          <p:cNvSpPr>
            <a:spLocks noGrp="1"/>
          </p:cNvSpPr>
          <p:nvPr>
            <p:ph idx="1"/>
          </p:nvPr>
        </p:nvSpPr>
        <p:spPr/>
        <p:txBody>
          <a:bodyPr>
            <a:normAutofit fontScale="85000" lnSpcReduction="20000"/>
          </a:bodyPr>
          <a:lstStyle/>
          <a:p>
            <a:pPr>
              <a:buFont typeface="Arial" charset="0"/>
              <a:buChar char="•"/>
              <a:defRPr/>
            </a:pPr>
            <a:r>
              <a:rPr lang="en-US" dirty="0" smtClean="0"/>
              <a:t>Does not work well with:</a:t>
            </a:r>
          </a:p>
          <a:p>
            <a:pPr lvl="1">
              <a:buFont typeface="Arial" charset="0"/>
              <a:buChar char="–"/>
              <a:defRPr/>
            </a:pPr>
            <a:r>
              <a:rPr lang="en-US" dirty="0" smtClean="0"/>
              <a:t>solid colors</a:t>
            </a:r>
          </a:p>
          <a:p>
            <a:pPr lvl="1">
              <a:buFont typeface="Arial" charset="0"/>
              <a:buChar char="–"/>
              <a:defRPr/>
            </a:pPr>
            <a:r>
              <a:rPr lang="en-US" dirty="0"/>
              <a:t> A color solid is the three-dimensional representation of a color model, an analog of the two-dimensional color wheel. The added spatial dimension allows a color solid to depict an added dimension of color variation. </a:t>
            </a:r>
            <a:endParaRPr lang="en-US" dirty="0" smtClean="0"/>
          </a:p>
          <a:p>
            <a:pPr lvl="1">
              <a:buFont typeface="Arial" charset="0"/>
              <a:buChar char="–"/>
              <a:defRPr/>
            </a:pPr>
            <a:r>
              <a:rPr lang="en-US" dirty="0" smtClean="0"/>
              <a:t>contrast image</a:t>
            </a:r>
          </a:p>
          <a:p>
            <a:pPr lvl="1">
              <a:buFont typeface="Arial" charset="0"/>
              <a:buChar char="–"/>
              <a:defRPr/>
            </a:pPr>
            <a:r>
              <a:rPr lang="en-US" dirty="0" smtClean="0"/>
              <a:t>contrast edges</a:t>
            </a:r>
          </a:p>
          <a:p>
            <a:pPr lvl="1">
              <a:buFont typeface="Arial" charset="0"/>
              <a:buChar char="–"/>
              <a:defRPr/>
            </a:pPr>
            <a:endParaRPr lang="en-US" dirty="0" smtClean="0"/>
          </a:p>
          <a:p>
            <a:pPr>
              <a:buFont typeface="Arial" charset="0"/>
              <a:buChar char="•"/>
              <a:defRPr/>
            </a:pPr>
            <a:r>
              <a:rPr lang="en-US" dirty="0" smtClean="0"/>
              <a:t>Highly compressed JPEG images:</a:t>
            </a:r>
          </a:p>
          <a:p>
            <a:pPr lvl="1">
              <a:buFont typeface="Arial" charset="0"/>
              <a:buChar char="–"/>
              <a:defRPr/>
            </a:pPr>
            <a:r>
              <a:rPr lang="en-US" dirty="0" smtClean="0"/>
              <a:t>blur the image detail</a:t>
            </a:r>
          </a:p>
          <a:p>
            <a:pPr lvl="1">
              <a:buFont typeface="Arial" charset="0"/>
              <a:buChar char="–"/>
              <a:defRPr/>
            </a:pPr>
            <a:r>
              <a:rPr lang="en-US" dirty="0" smtClean="0"/>
              <a:t>show a visible artifact around the high contrast edges</a:t>
            </a:r>
          </a:p>
        </p:txBody>
      </p:sp>
      <p:sp>
        <p:nvSpPr>
          <p:cNvPr id="4" name="Slide Number Placeholder 3"/>
          <p:cNvSpPr>
            <a:spLocks noGrp="1"/>
          </p:cNvSpPr>
          <p:nvPr>
            <p:ph type="sldNum" sz="quarter" idx="12"/>
          </p:nvPr>
        </p:nvSpPr>
        <p:spPr/>
        <p:txBody>
          <a:bodyPr/>
          <a:lstStyle/>
          <a:p>
            <a:pPr>
              <a:defRPr/>
            </a:pPr>
            <a:fld id="{A568B22D-D81D-4D81-B702-F970829E6AEB}" type="slidenum">
              <a:rPr lang="en-US" smtClean="0"/>
              <a:pPr>
                <a:defRPr/>
              </a:pPr>
              <a:t>95</a:t>
            </a:fld>
            <a:endParaRPr lang="en-US"/>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ltLang="en-US" smtClean="0"/>
              <a:t>JPEG Compression Artifacts</a:t>
            </a:r>
          </a:p>
        </p:txBody>
      </p:sp>
      <p:sp>
        <p:nvSpPr>
          <p:cNvPr id="3" name="Slide Number Placeholder 2"/>
          <p:cNvSpPr>
            <a:spLocks noGrp="1"/>
          </p:cNvSpPr>
          <p:nvPr>
            <p:ph type="sldNum" sz="quarter" idx="12"/>
          </p:nvPr>
        </p:nvSpPr>
        <p:spPr/>
        <p:txBody>
          <a:bodyPr/>
          <a:lstStyle/>
          <a:p>
            <a:pPr>
              <a:defRPr/>
            </a:pPr>
            <a:fld id="{E9594B52-83AE-4EE4-A539-B2DB57BA1037}" type="slidenum">
              <a:rPr lang="en-US" smtClean="0"/>
              <a:pPr>
                <a:defRPr/>
              </a:pPr>
              <a:t>96</a:t>
            </a:fld>
            <a:endParaRPr lang="en-US"/>
          </a:p>
        </p:txBody>
      </p:sp>
      <p:pic>
        <p:nvPicPr>
          <p:cNvPr id="8196" name="Picture 5" descr="fig-16b-new-original-zoomin-2008-0603.tif"/>
          <p:cNvPicPr>
            <a:picLocks noChangeAspect="1"/>
          </p:cNvPicPr>
          <p:nvPr/>
        </p:nvPicPr>
        <p:blipFill>
          <a:blip r:embed="rId2"/>
          <a:srcRect/>
          <a:stretch>
            <a:fillRect/>
          </a:stretch>
        </p:blipFill>
        <p:spPr bwMode="auto">
          <a:xfrm>
            <a:off x="609600" y="1371600"/>
            <a:ext cx="3886200" cy="3230563"/>
          </a:xfrm>
          <a:prstGeom prst="rect">
            <a:avLst/>
          </a:prstGeom>
          <a:noFill/>
          <a:ln w="9525">
            <a:noFill/>
            <a:miter lim="800000"/>
            <a:headEnd/>
            <a:tailEnd/>
          </a:ln>
        </p:spPr>
      </p:pic>
      <p:pic>
        <p:nvPicPr>
          <p:cNvPr id="8197" name="Picture 6" descr="fig-16d-new-max0-zoomin-2008-0603.tif"/>
          <p:cNvPicPr>
            <a:picLocks noChangeAspect="1"/>
          </p:cNvPicPr>
          <p:nvPr/>
        </p:nvPicPr>
        <p:blipFill>
          <a:blip r:embed="rId3"/>
          <a:srcRect/>
          <a:stretch>
            <a:fillRect/>
          </a:stretch>
        </p:blipFill>
        <p:spPr bwMode="auto">
          <a:xfrm>
            <a:off x="4800600" y="1371600"/>
            <a:ext cx="3810000" cy="3230563"/>
          </a:xfrm>
          <a:prstGeom prst="rect">
            <a:avLst/>
          </a:prstGeom>
          <a:noFill/>
          <a:ln w="9525">
            <a:noFill/>
            <a:miter lim="800000"/>
            <a:headEnd/>
            <a:tailEnd/>
          </a:ln>
        </p:spPr>
      </p:pic>
      <p:sp>
        <p:nvSpPr>
          <p:cNvPr id="8198" name="TextBox 7"/>
          <p:cNvSpPr txBox="1">
            <a:spLocks noChangeArrowheads="1"/>
          </p:cNvSpPr>
          <p:nvPr/>
        </p:nvSpPr>
        <p:spPr bwMode="auto">
          <a:xfrm>
            <a:off x="2057400" y="4724400"/>
            <a:ext cx="979488" cy="369888"/>
          </a:xfrm>
          <a:prstGeom prst="rect">
            <a:avLst/>
          </a:prstGeom>
          <a:noFill/>
          <a:ln w="9525">
            <a:noFill/>
            <a:miter lim="800000"/>
            <a:headEnd/>
            <a:tailEnd/>
          </a:ln>
        </p:spPr>
        <p:txBody>
          <a:bodyPr wrap="none">
            <a:spAutoFit/>
          </a:bodyPr>
          <a:lstStyle/>
          <a:p>
            <a:pPr algn="ctr"/>
            <a:r>
              <a:rPr lang="en-US" altLang="en-US"/>
              <a:t>Original</a:t>
            </a:r>
          </a:p>
        </p:txBody>
      </p:sp>
      <p:sp>
        <p:nvSpPr>
          <p:cNvPr id="8199" name="TextBox 8"/>
          <p:cNvSpPr txBox="1">
            <a:spLocks noChangeArrowheads="1"/>
          </p:cNvSpPr>
          <p:nvPr/>
        </p:nvSpPr>
        <p:spPr bwMode="auto">
          <a:xfrm>
            <a:off x="4876800" y="4724400"/>
            <a:ext cx="3657600" cy="2032000"/>
          </a:xfrm>
          <a:prstGeom prst="rect">
            <a:avLst/>
          </a:prstGeom>
          <a:noFill/>
          <a:ln w="9525">
            <a:noFill/>
            <a:miter lim="800000"/>
            <a:headEnd/>
            <a:tailEnd/>
          </a:ln>
        </p:spPr>
        <p:txBody>
          <a:bodyPr>
            <a:spAutoFit/>
          </a:bodyPr>
          <a:lstStyle/>
          <a:p>
            <a:pPr algn="ctr"/>
            <a:r>
              <a:rPr lang="en-US" altLang="en-US"/>
              <a:t>Highly compressed JPEG</a:t>
            </a:r>
          </a:p>
          <a:p>
            <a:pPr algn="ctr"/>
            <a:endParaRPr lang="en-US" altLang="en-US"/>
          </a:p>
          <a:p>
            <a:pPr algn="ctr"/>
            <a:r>
              <a:rPr lang="en-US" altLang="en-US"/>
              <a:t>Note the ugly artifacts at the intersection between 2 colors.</a:t>
            </a:r>
          </a:p>
          <a:p>
            <a:pPr algn="ctr"/>
            <a:endParaRPr lang="en-US" altLang="en-US"/>
          </a:p>
          <a:p>
            <a:pPr algn="ctr"/>
            <a:r>
              <a:rPr lang="en-US" altLang="en-US"/>
              <a:t>The solid colors are not solid colors anymore.</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ltLang="en-US" smtClean="0"/>
              <a:t>GIF</a:t>
            </a:r>
          </a:p>
        </p:txBody>
      </p:sp>
      <p:sp>
        <p:nvSpPr>
          <p:cNvPr id="9219" name="Content Placeholder 2"/>
          <p:cNvSpPr>
            <a:spLocks noGrp="1"/>
          </p:cNvSpPr>
          <p:nvPr>
            <p:ph idx="1"/>
          </p:nvPr>
        </p:nvSpPr>
        <p:spPr/>
        <p:txBody>
          <a:bodyPr/>
          <a:lstStyle/>
          <a:p>
            <a:r>
              <a:rPr lang="en-US" altLang="en-US" smtClean="0"/>
              <a:t>most effective for images with solid colors such as illustrations, logos, and line art</a:t>
            </a:r>
          </a:p>
          <a:p>
            <a:r>
              <a:rPr lang="en-US" altLang="en-US" smtClean="0"/>
              <a:t>Up to 8-bit color (256 colors)</a:t>
            </a:r>
          </a:p>
          <a:p>
            <a:r>
              <a:rPr lang="en-US" altLang="en-US" smtClean="0"/>
              <a:t>supports background transparency</a:t>
            </a:r>
          </a:p>
          <a:p>
            <a:r>
              <a:rPr lang="en-US" altLang="en-US" smtClean="0"/>
              <a:t>animated GIF</a:t>
            </a:r>
          </a:p>
        </p:txBody>
      </p:sp>
      <p:sp>
        <p:nvSpPr>
          <p:cNvPr id="4" name="Slide Number Placeholder 3"/>
          <p:cNvSpPr>
            <a:spLocks noGrp="1"/>
          </p:cNvSpPr>
          <p:nvPr>
            <p:ph type="sldNum" sz="quarter" idx="12"/>
          </p:nvPr>
        </p:nvSpPr>
        <p:spPr/>
        <p:txBody>
          <a:bodyPr/>
          <a:lstStyle/>
          <a:p>
            <a:pPr>
              <a:defRPr/>
            </a:pPr>
            <a:fld id="{E62D536D-DEBE-48B5-A3DE-B5DBD62B3572}" type="slidenum">
              <a:rPr lang="en-US" smtClean="0"/>
              <a:pPr>
                <a:defRPr/>
              </a:pPr>
              <a:t>97</a:t>
            </a:fld>
            <a:endParaRPr lang="en-US"/>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smtClean="0"/>
              <a:t>Color Reduction</a:t>
            </a:r>
          </a:p>
        </p:txBody>
      </p:sp>
      <p:sp>
        <p:nvSpPr>
          <p:cNvPr id="3" name="Content Placeholder 2"/>
          <p:cNvSpPr>
            <a:spLocks noGrp="1"/>
          </p:cNvSpPr>
          <p:nvPr>
            <p:ph idx="1"/>
          </p:nvPr>
        </p:nvSpPr>
        <p:spPr/>
        <p:txBody>
          <a:bodyPr>
            <a:normAutofit lnSpcReduction="10000"/>
          </a:bodyPr>
          <a:lstStyle/>
          <a:p>
            <a:pPr>
              <a:buFont typeface="Arial" charset="0"/>
              <a:buChar char="•"/>
              <a:defRPr/>
            </a:pPr>
            <a:r>
              <a:rPr lang="en-US" smtClean="0"/>
              <a:t>GIF uses a palette of up to 256 colors to represent the image</a:t>
            </a:r>
          </a:p>
          <a:p>
            <a:pPr>
              <a:buFont typeface="Arial" charset="0"/>
              <a:buChar char="•"/>
              <a:defRPr/>
            </a:pPr>
            <a:r>
              <a:rPr lang="en-US" smtClean="0"/>
              <a:t>Need to reduce the colors if the original image has more than 256 colors</a:t>
            </a:r>
          </a:p>
          <a:p>
            <a:pPr>
              <a:buFont typeface="Arial" charset="0"/>
              <a:buChar char="•"/>
              <a:defRPr/>
            </a:pPr>
            <a:r>
              <a:rPr lang="en-US" smtClean="0"/>
              <a:t>Advantage: </a:t>
            </a:r>
            <a:br>
              <a:rPr lang="en-US" smtClean="0"/>
            </a:br>
            <a:r>
              <a:rPr lang="en-US" smtClean="0"/>
              <a:t>Smaller file size after reducing number of colors (i.e., reducing bit-depth or color-depth)</a:t>
            </a:r>
            <a:br>
              <a:rPr lang="en-US" smtClean="0"/>
            </a:br>
            <a:r>
              <a:rPr lang="en-US" smtClean="0"/>
              <a:t>(Recall that reducing bit-depth or color depth can reduce file size.)</a:t>
            </a:r>
          </a:p>
        </p:txBody>
      </p:sp>
      <p:sp>
        <p:nvSpPr>
          <p:cNvPr id="4" name="Slide Number Placeholder 3"/>
          <p:cNvSpPr>
            <a:spLocks noGrp="1"/>
          </p:cNvSpPr>
          <p:nvPr>
            <p:ph type="sldNum" sz="quarter" idx="12"/>
          </p:nvPr>
        </p:nvSpPr>
        <p:spPr/>
        <p:txBody>
          <a:bodyPr/>
          <a:lstStyle/>
          <a:p>
            <a:pPr>
              <a:defRPr/>
            </a:pPr>
            <a:fld id="{19929A58-DF5B-4B8E-BFB3-8EB0938171F6}" type="slidenum">
              <a:rPr lang="en-US" smtClean="0"/>
              <a:pPr>
                <a:defRPr/>
              </a:pPr>
              <a:t>98</a:t>
            </a:fld>
            <a:endParaRPr lang="en-US"/>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ltLang="en-US" smtClean="0"/>
              <a:t>Color Reduction</a:t>
            </a:r>
          </a:p>
        </p:txBody>
      </p:sp>
      <p:sp>
        <p:nvSpPr>
          <p:cNvPr id="11267" name="Content Placeholder 2"/>
          <p:cNvSpPr>
            <a:spLocks noGrp="1"/>
          </p:cNvSpPr>
          <p:nvPr>
            <p:ph idx="1"/>
          </p:nvPr>
        </p:nvSpPr>
        <p:spPr/>
        <p:txBody>
          <a:bodyPr/>
          <a:lstStyle/>
          <a:p>
            <a:pPr>
              <a:buFont typeface="Arial" pitchFamily="34" charset="0"/>
              <a:buNone/>
            </a:pPr>
            <a:r>
              <a:rPr lang="en-US" altLang="en-US" smtClean="0"/>
              <a:t>Determine which colors are in the palette. Options available in Photoshop</a:t>
            </a:r>
          </a:p>
          <a:p>
            <a:r>
              <a:rPr lang="en-US" altLang="en-US" smtClean="0"/>
              <a:t>Perceptual</a:t>
            </a:r>
          </a:p>
          <a:p>
            <a:r>
              <a:rPr lang="en-US" altLang="en-US" smtClean="0"/>
              <a:t>Selective</a:t>
            </a:r>
          </a:p>
          <a:p>
            <a:r>
              <a:rPr lang="en-US" altLang="en-US" smtClean="0"/>
              <a:t>Adaptive</a:t>
            </a:r>
          </a:p>
          <a:p>
            <a:r>
              <a:rPr lang="en-US" altLang="en-US" smtClean="0"/>
              <a:t>Restrictive</a:t>
            </a:r>
          </a:p>
          <a:p>
            <a:r>
              <a:rPr lang="en-US" altLang="en-US" smtClean="0"/>
              <a:t>Custom</a:t>
            </a:r>
          </a:p>
        </p:txBody>
      </p:sp>
      <p:sp>
        <p:nvSpPr>
          <p:cNvPr id="4" name="Slide Number Placeholder 3"/>
          <p:cNvSpPr>
            <a:spLocks noGrp="1"/>
          </p:cNvSpPr>
          <p:nvPr>
            <p:ph type="sldNum" sz="quarter" idx="12"/>
          </p:nvPr>
        </p:nvSpPr>
        <p:spPr/>
        <p:txBody>
          <a:bodyPr/>
          <a:lstStyle/>
          <a:p>
            <a:pPr>
              <a:defRPr/>
            </a:pPr>
            <a:fld id="{F29FBFFC-32E0-4217-B1A5-FAF81016A834}" type="slidenum">
              <a:rPr lang="en-US" smtClean="0"/>
              <a:pPr>
                <a:defRPr/>
              </a:pPr>
              <a:t>99</a:t>
            </a:fld>
            <a:endParaRPr lang="en-US"/>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smtClean="0"/>
              <a:t>Example: Original TIF </a:t>
            </a:r>
            <a:br>
              <a:rPr lang="en-US" smtClean="0"/>
            </a:br>
            <a:r>
              <a:rPr lang="en-US" smtClean="0"/>
              <a:t>(file size: 406 KB)</a:t>
            </a:r>
            <a:endParaRPr lang="en-US"/>
          </a:p>
        </p:txBody>
      </p:sp>
      <p:sp>
        <p:nvSpPr>
          <p:cNvPr id="3" name="Slide Number Placeholder 2"/>
          <p:cNvSpPr>
            <a:spLocks noGrp="1"/>
          </p:cNvSpPr>
          <p:nvPr>
            <p:ph type="sldNum" sz="quarter" idx="12"/>
          </p:nvPr>
        </p:nvSpPr>
        <p:spPr/>
        <p:txBody>
          <a:bodyPr/>
          <a:lstStyle/>
          <a:p>
            <a:pPr>
              <a:defRPr/>
            </a:pPr>
            <a:fld id="{791AFEDE-87C8-4C30-83B1-F6E50BBD5E4B}" type="slidenum">
              <a:rPr lang="en-US" smtClean="0"/>
              <a:pPr>
                <a:defRPr/>
              </a:pPr>
              <a:t>100</a:t>
            </a:fld>
            <a:endParaRPr lang="en-US"/>
          </a:p>
        </p:txBody>
      </p:sp>
      <p:pic>
        <p:nvPicPr>
          <p:cNvPr id="12292" name="Picture 4" descr="solid-color-ex.tif"/>
          <p:cNvPicPr>
            <a:picLocks noChangeAspect="1"/>
          </p:cNvPicPr>
          <p:nvPr/>
        </p:nvPicPr>
        <p:blipFill>
          <a:blip r:embed="rId2"/>
          <a:srcRect/>
          <a:stretch>
            <a:fillRect/>
          </a:stretch>
        </p:blipFill>
        <p:spPr bwMode="auto">
          <a:xfrm>
            <a:off x="2032000" y="1612900"/>
            <a:ext cx="5080000" cy="41021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5" descr="solid-color-ex-selective-256-no-dither.gif"/>
          <p:cNvPicPr>
            <a:picLocks noChangeAspect="1"/>
          </p:cNvPicPr>
          <p:nvPr/>
        </p:nvPicPr>
        <p:blipFill>
          <a:blip r:embed="rId2"/>
          <a:srcRect/>
          <a:stretch>
            <a:fillRect/>
          </a:stretch>
        </p:blipFill>
        <p:spPr bwMode="auto">
          <a:xfrm>
            <a:off x="2030413" y="1609725"/>
            <a:ext cx="5083175" cy="4105275"/>
          </a:xfrm>
          <a:prstGeom prst="rect">
            <a:avLst/>
          </a:prstGeom>
          <a:noFill/>
          <a:ln w="9525">
            <a:noFill/>
            <a:miter lim="800000"/>
            <a:headEnd/>
            <a:tailEnd/>
          </a:ln>
        </p:spPr>
      </p:pic>
      <p:sp>
        <p:nvSpPr>
          <p:cNvPr id="2" name="Title 1"/>
          <p:cNvSpPr>
            <a:spLocks noGrp="1"/>
          </p:cNvSpPr>
          <p:nvPr>
            <p:ph type="title"/>
          </p:nvPr>
        </p:nvSpPr>
        <p:spPr/>
        <p:txBody>
          <a:bodyPr>
            <a:normAutofit fontScale="90000"/>
          </a:bodyPr>
          <a:lstStyle/>
          <a:p>
            <a:pPr>
              <a:defRPr/>
            </a:pPr>
            <a:r>
              <a:rPr lang="en-US" smtClean="0"/>
              <a:t>Example: GIF 256 colors, no dither</a:t>
            </a:r>
            <a:br>
              <a:rPr lang="en-US" smtClean="0"/>
            </a:br>
            <a:r>
              <a:rPr lang="en-US" smtClean="0"/>
              <a:t>(file size: 28 KB)</a:t>
            </a:r>
            <a:endParaRPr lang="en-US"/>
          </a:p>
        </p:txBody>
      </p:sp>
      <p:sp>
        <p:nvSpPr>
          <p:cNvPr id="3" name="Slide Number Placeholder 2"/>
          <p:cNvSpPr>
            <a:spLocks noGrp="1"/>
          </p:cNvSpPr>
          <p:nvPr>
            <p:ph type="sldNum" sz="quarter" idx="12"/>
          </p:nvPr>
        </p:nvSpPr>
        <p:spPr/>
        <p:txBody>
          <a:bodyPr/>
          <a:lstStyle/>
          <a:p>
            <a:pPr>
              <a:defRPr/>
            </a:pPr>
            <a:fld id="{7BC930AD-8AE5-42E3-9E71-E99E9921C953}" type="slidenum">
              <a:rPr lang="en-US" smtClean="0"/>
              <a:pPr>
                <a:defRPr/>
              </a:pPr>
              <a:t>101</a:t>
            </a:fld>
            <a:endParaRPr lang="en-US"/>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5" descr="solid-color-ex-selective-256-no-dither.gif"/>
          <p:cNvPicPr>
            <a:picLocks noChangeAspect="1"/>
          </p:cNvPicPr>
          <p:nvPr/>
        </p:nvPicPr>
        <p:blipFill>
          <a:blip r:embed="rId2"/>
          <a:srcRect/>
          <a:stretch>
            <a:fillRect/>
          </a:stretch>
        </p:blipFill>
        <p:spPr bwMode="auto">
          <a:xfrm>
            <a:off x="2030413" y="1609725"/>
            <a:ext cx="5083175" cy="4105275"/>
          </a:xfrm>
          <a:prstGeom prst="rect">
            <a:avLst/>
          </a:prstGeom>
          <a:noFill/>
          <a:ln w="9525">
            <a:noFill/>
            <a:miter lim="800000"/>
            <a:headEnd/>
            <a:tailEnd/>
          </a:ln>
        </p:spPr>
      </p:pic>
      <p:sp>
        <p:nvSpPr>
          <p:cNvPr id="2" name="Title 1"/>
          <p:cNvSpPr>
            <a:spLocks noGrp="1"/>
          </p:cNvSpPr>
          <p:nvPr>
            <p:ph type="title"/>
          </p:nvPr>
        </p:nvSpPr>
        <p:spPr/>
        <p:txBody>
          <a:bodyPr>
            <a:normAutofit fontScale="90000"/>
          </a:bodyPr>
          <a:lstStyle/>
          <a:p>
            <a:pPr>
              <a:defRPr/>
            </a:pPr>
            <a:r>
              <a:rPr lang="en-US" dirty="0" smtClean="0"/>
              <a:t>Example: GIF 256 colors, no dithering</a:t>
            </a:r>
            <a:br>
              <a:rPr lang="en-US" dirty="0" smtClean="0"/>
            </a:br>
            <a:r>
              <a:rPr lang="en-US" dirty="0" smtClean="0"/>
              <a:t>(file size: 28 KB)</a:t>
            </a:r>
            <a:endParaRPr lang="en-US" dirty="0"/>
          </a:p>
        </p:txBody>
      </p:sp>
      <p:sp>
        <p:nvSpPr>
          <p:cNvPr id="3" name="Slide Number Placeholder 2"/>
          <p:cNvSpPr>
            <a:spLocks noGrp="1"/>
          </p:cNvSpPr>
          <p:nvPr>
            <p:ph type="sldNum" sz="quarter" idx="12"/>
          </p:nvPr>
        </p:nvSpPr>
        <p:spPr/>
        <p:txBody>
          <a:bodyPr/>
          <a:lstStyle/>
          <a:p>
            <a:pPr>
              <a:defRPr/>
            </a:pPr>
            <a:fld id="{C046B663-337F-4EB1-9AE3-F897798993F9}" type="slidenum">
              <a:rPr lang="en-US" smtClean="0"/>
              <a:pPr>
                <a:defRPr/>
              </a:pPr>
              <a:t>102</a:t>
            </a:fld>
            <a:endParaRPr lang="en-US"/>
          </a:p>
        </p:txBody>
      </p:sp>
      <p:sp>
        <p:nvSpPr>
          <p:cNvPr id="5" name="Oval 4"/>
          <p:cNvSpPr/>
          <p:nvPr/>
        </p:nvSpPr>
        <p:spPr>
          <a:xfrm>
            <a:off x="1447800" y="2514600"/>
            <a:ext cx="1447800" cy="2667000"/>
          </a:xfrm>
          <a:prstGeom prst="ellipse">
            <a:avLst/>
          </a:prstGeom>
          <a:no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Oval 6"/>
          <p:cNvSpPr/>
          <p:nvPr/>
        </p:nvSpPr>
        <p:spPr>
          <a:xfrm>
            <a:off x="2057400" y="1828800"/>
            <a:ext cx="990600" cy="838200"/>
          </a:xfrm>
          <a:prstGeom prst="ellipse">
            <a:avLst/>
          </a:prstGeom>
          <a:no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Oval 7"/>
          <p:cNvSpPr/>
          <p:nvPr/>
        </p:nvSpPr>
        <p:spPr>
          <a:xfrm>
            <a:off x="3352800" y="3886200"/>
            <a:ext cx="990600" cy="1600200"/>
          </a:xfrm>
          <a:prstGeom prst="ellipse">
            <a:avLst/>
          </a:prstGeom>
          <a:no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Oval 8"/>
          <p:cNvSpPr/>
          <p:nvPr/>
        </p:nvSpPr>
        <p:spPr>
          <a:xfrm>
            <a:off x="3733800" y="1524000"/>
            <a:ext cx="3048000" cy="1066800"/>
          </a:xfrm>
          <a:prstGeom prst="ellipse">
            <a:avLst/>
          </a:prstGeom>
          <a:no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345" name="TextBox 9"/>
          <p:cNvSpPr txBox="1">
            <a:spLocks noChangeArrowheads="1"/>
          </p:cNvSpPr>
          <p:nvPr/>
        </p:nvSpPr>
        <p:spPr bwMode="auto">
          <a:xfrm>
            <a:off x="2605088" y="5943600"/>
            <a:ext cx="4090987" cy="646113"/>
          </a:xfrm>
          <a:prstGeom prst="rect">
            <a:avLst/>
          </a:prstGeom>
          <a:noFill/>
          <a:ln w="9525">
            <a:noFill/>
            <a:miter lim="800000"/>
            <a:headEnd/>
            <a:tailEnd/>
          </a:ln>
        </p:spPr>
        <p:txBody>
          <a:bodyPr wrap="none">
            <a:spAutoFit/>
          </a:bodyPr>
          <a:lstStyle/>
          <a:p>
            <a:pPr algn="ctr"/>
            <a:r>
              <a:rPr lang="en-US" altLang="en-US"/>
              <a:t>Note the stripes in the gradient areas.</a:t>
            </a:r>
          </a:p>
          <a:p>
            <a:pPr algn="ctr"/>
            <a:r>
              <a:rPr lang="en-US" altLang="en-US"/>
              <a:t>This is due to not enough colors.</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ltLang="en-US" smtClean="0"/>
              <a:t>Color Reduction</a:t>
            </a:r>
          </a:p>
        </p:txBody>
      </p:sp>
      <p:sp>
        <p:nvSpPr>
          <p:cNvPr id="15363" name="Content Placeholder 2"/>
          <p:cNvSpPr>
            <a:spLocks noGrp="1"/>
          </p:cNvSpPr>
          <p:nvPr>
            <p:ph idx="1"/>
          </p:nvPr>
        </p:nvSpPr>
        <p:spPr/>
        <p:txBody>
          <a:bodyPr/>
          <a:lstStyle/>
          <a:p>
            <a:r>
              <a:rPr lang="en-US" altLang="en-US" smtClean="0"/>
              <a:t>Undesirable effects</a:t>
            </a:r>
          </a:p>
          <a:p>
            <a:pPr lvl="1"/>
            <a:r>
              <a:rPr lang="en-US" altLang="en-US" smtClean="0"/>
              <a:t>stripes in smooth gradient areas</a:t>
            </a:r>
          </a:p>
          <a:p>
            <a:pPr lvl="1"/>
            <a:r>
              <a:rPr lang="en-US" altLang="en-US" smtClean="0"/>
              <a:t>some colors are altered (remapped to a different colors on the palette)</a:t>
            </a:r>
          </a:p>
          <a:p>
            <a:pPr>
              <a:buFont typeface="Arial" pitchFamily="34" charset="0"/>
              <a:buNone/>
            </a:pPr>
            <a:endParaRPr lang="en-US" altLang="en-US" smtClean="0"/>
          </a:p>
          <a:p>
            <a:r>
              <a:rPr lang="en-US" altLang="en-US" smtClean="0"/>
              <a:t>Use </a:t>
            </a:r>
            <a:r>
              <a:rPr lang="en-US" altLang="en-US" i="1" smtClean="0"/>
              <a:t>dithering</a:t>
            </a:r>
            <a:r>
              <a:rPr lang="en-US" altLang="en-US" smtClean="0"/>
              <a:t> to reduce the undesirable effects</a:t>
            </a:r>
          </a:p>
        </p:txBody>
      </p:sp>
      <p:sp>
        <p:nvSpPr>
          <p:cNvPr id="4" name="Slide Number Placeholder 3"/>
          <p:cNvSpPr>
            <a:spLocks noGrp="1"/>
          </p:cNvSpPr>
          <p:nvPr>
            <p:ph type="sldNum" sz="quarter" idx="12"/>
          </p:nvPr>
        </p:nvSpPr>
        <p:spPr/>
        <p:txBody>
          <a:bodyPr/>
          <a:lstStyle/>
          <a:p>
            <a:pPr>
              <a:defRPr/>
            </a:pPr>
            <a:fld id="{5FFC6587-DBEB-401F-B4AF-B14E96C1A841}" type="slidenum">
              <a:rPr lang="en-US" smtClean="0"/>
              <a:pPr>
                <a:defRPr/>
              </a:pPr>
              <a:t>103</a:t>
            </a:fld>
            <a:endParaRPr lang="en-US"/>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smtClean="0"/>
              <a:t>Dithering</a:t>
            </a:r>
          </a:p>
        </p:txBody>
      </p:sp>
      <p:sp>
        <p:nvSpPr>
          <p:cNvPr id="16387" name="Content Placeholder 2"/>
          <p:cNvSpPr>
            <a:spLocks noGrp="1"/>
          </p:cNvSpPr>
          <p:nvPr>
            <p:ph idx="1"/>
          </p:nvPr>
        </p:nvSpPr>
        <p:spPr/>
        <p:txBody>
          <a:bodyPr/>
          <a:lstStyle/>
          <a:p>
            <a:pPr marL="342900" lvl="1" indent="-342900">
              <a:buFont typeface="Arial" pitchFamily="34" charset="0"/>
              <a:buChar char="•"/>
            </a:pPr>
            <a:r>
              <a:rPr lang="en-US" altLang="en-US" smtClean="0"/>
              <a:t>A technique to simulate colors that are outside of the palette by using a pattern of like colored pixels.</a:t>
            </a:r>
          </a:p>
          <a:p>
            <a:endParaRPr lang="en-US" altLang="en-US" smtClean="0"/>
          </a:p>
        </p:txBody>
      </p:sp>
      <p:sp>
        <p:nvSpPr>
          <p:cNvPr id="4" name="Slide Number Placeholder 3"/>
          <p:cNvSpPr>
            <a:spLocks noGrp="1"/>
          </p:cNvSpPr>
          <p:nvPr>
            <p:ph type="sldNum" sz="quarter" idx="12"/>
          </p:nvPr>
        </p:nvSpPr>
        <p:spPr/>
        <p:txBody>
          <a:bodyPr/>
          <a:lstStyle/>
          <a:p>
            <a:pPr>
              <a:defRPr/>
            </a:pPr>
            <a:fld id="{985B27B8-7C84-45F1-AE32-CCE522A3FEDF}" type="slidenum">
              <a:rPr lang="en-US" smtClean="0"/>
              <a:pPr>
                <a:defRPr/>
              </a:pPr>
              <a:t>104</a:t>
            </a:fld>
            <a:endParaRPr 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4" descr="solid-color-ex-selective-256-dither-diffusion.gif"/>
          <p:cNvPicPr>
            <a:picLocks noChangeAspect="1"/>
          </p:cNvPicPr>
          <p:nvPr/>
        </p:nvPicPr>
        <p:blipFill>
          <a:blip r:embed="rId2"/>
          <a:srcRect/>
          <a:stretch>
            <a:fillRect/>
          </a:stretch>
        </p:blipFill>
        <p:spPr bwMode="auto">
          <a:xfrm>
            <a:off x="2030413" y="1609725"/>
            <a:ext cx="5083175" cy="4105275"/>
          </a:xfrm>
          <a:prstGeom prst="rect">
            <a:avLst/>
          </a:prstGeom>
          <a:noFill/>
          <a:ln w="9525">
            <a:noFill/>
            <a:miter lim="800000"/>
            <a:headEnd/>
            <a:tailEnd/>
          </a:ln>
        </p:spPr>
      </p:pic>
      <p:sp>
        <p:nvSpPr>
          <p:cNvPr id="17411" name="Title 1"/>
          <p:cNvSpPr>
            <a:spLocks noGrp="1"/>
          </p:cNvSpPr>
          <p:nvPr>
            <p:ph type="title"/>
          </p:nvPr>
        </p:nvSpPr>
        <p:spPr/>
        <p:txBody>
          <a:bodyPr>
            <a:normAutofit fontScale="90000"/>
          </a:bodyPr>
          <a:lstStyle/>
          <a:p>
            <a:r>
              <a:rPr lang="en-US" altLang="en-US" sz="3600" smtClean="0"/>
              <a:t>Example: GIF 256 colors, with dithering</a:t>
            </a:r>
            <a:br>
              <a:rPr lang="en-US" altLang="en-US" sz="3600" smtClean="0"/>
            </a:br>
            <a:r>
              <a:rPr lang="en-US" altLang="en-US" sz="3600" smtClean="0"/>
              <a:t>(file size: 34 KB)</a:t>
            </a:r>
          </a:p>
        </p:txBody>
      </p:sp>
      <p:sp>
        <p:nvSpPr>
          <p:cNvPr id="3" name="Slide Number Placeholder 2"/>
          <p:cNvSpPr>
            <a:spLocks noGrp="1"/>
          </p:cNvSpPr>
          <p:nvPr>
            <p:ph type="sldNum" sz="quarter" idx="12"/>
          </p:nvPr>
        </p:nvSpPr>
        <p:spPr/>
        <p:txBody>
          <a:bodyPr/>
          <a:lstStyle/>
          <a:p>
            <a:pPr>
              <a:defRPr/>
            </a:pPr>
            <a:fld id="{2B09C650-6B7B-4C7B-95C8-D3BDCF0E6923}" type="slidenum">
              <a:rPr lang="en-US" smtClean="0"/>
              <a:pPr>
                <a:defRPr/>
              </a:pPr>
              <a:t>105</a:t>
            </a:fld>
            <a:endParaRPr lang="en-US"/>
          </a:p>
        </p:txBody>
      </p:sp>
      <p:sp>
        <p:nvSpPr>
          <p:cNvPr id="17413" name="TextBox 6"/>
          <p:cNvSpPr txBox="1">
            <a:spLocks noChangeArrowheads="1"/>
          </p:cNvSpPr>
          <p:nvPr/>
        </p:nvSpPr>
        <p:spPr bwMode="auto">
          <a:xfrm>
            <a:off x="1878013" y="5943600"/>
            <a:ext cx="5545137" cy="369888"/>
          </a:xfrm>
          <a:prstGeom prst="rect">
            <a:avLst/>
          </a:prstGeom>
          <a:noFill/>
          <a:ln w="9525">
            <a:noFill/>
            <a:miter lim="800000"/>
            <a:headEnd/>
            <a:tailEnd/>
          </a:ln>
        </p:spPr>
        <p:txBody>
          <a:bodyPr wrap="none">
            <a:spAutoFit/>
          </a:bodyPr>
          <a:lstStyle/>
          <a:p>
            <a:pPr algn="ctr"/>
            <a:r>
              <a:rPr lang="en-US" altLang="en-US"/>
              <a:t>The stripes in the gradient areas are less noticeable.</a:t>
            </a: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mtClean="0"/>
              <a:t>Without and With Dithering</a:t>
            </a:r>
          </a:p>
        </p:txBody>
      </p:sp>
      <p:sp>
        <p:nvSpPr>
          <p:cNvPr id="3" name="Slide Number Placeholder 2"/>
          <p:cNvSpPr>
            <a:spLocks noGrp="1"/>
          </p:cNvSpPr>
          <p:nvPr>
            <p:ph type="sldNum" sz="quarter" idx="12"/>
          </p:nvPr>
        </p:nvSpPr>
        <p:spPr/>
        <p:txBody>
          <a:bodyPr/>
          <a:lstStyle/>
          <a:p>
            <a:pPr>
              <a:defRPr/>
            </a:pPr>
            <a:fld id="{664F0EF6-7ABA-4F74-AE79-14AE23F3A61E}" type="slidenum">
              <a:rPr lang="en-US" smtClean="0"/>
              <a:pPr>
                <a:defRPr/>
              </a:pPr>
              <a:t>106</a:t>
            </a:fld>
            <a:endParaRPr lang="en-US"/>
          </a:p>
        </p:txBody>
      </p:sp>
      <p:pic>
        <p:nvPicPr>
          <p:cNvPr id="18436" name="Picture 3"/>
          <p:cNvPicPr>
            <a:picLocks noChangeAspect="1" noChangeArrowheads="1"/>
          </p:cNvPicPr>
          <p:nvPr/>
        </p:nvPicPr>
        <p:blipFill>
          <a:blip r:embed="rId2"/>
          <a:srcRect/>
          <a:stretch>
            <a:fillRect/>
          </a:stretch>
        </p:blipFill>
        <p:spPr bwMode="auto">
          <a:xfrm>
            <a:off x="4800600" y="1803400"/>
            <a:ext cx="3835400" cy="3302000"/>
          </a:xfrm>
          <a:prstGeom prst="rect">
            <a:avLst/>
          </a:prstGeom>
          <a:noFill/>
          <a:ln w="9525">
            <a:noFill/>
            <a:miter lim="800000"/>
            <a:headEnd/>
            <a:tailEnd/>
          </a:ln>
        </p:spPr>
      </p:pic>
      <p:pic>
        <p:nvPicPr>
          <p:cNvPr id="18437" name="Picture 4"/>
          <p:cNvPicPr>
            <a:picLocks noChangeAspect="1" noChangeArrowheads="1"/>
          </p:cNvPicPr>
          <p:nvPr/>
        </p:nvPicPr>
        <p:blipFill>
          <a:blip r:embed="rId3"/>
          <a:srcRect/>
          <a:stretch>
            <a:fillRect/>
          </a:stretch>
        </p:blipFill>
        <p:spPr bwMode="auto">
          <a:xfrm>
            <a:off x="457200" y="1803400"/>
            <a:ext cx="3835400" cy="3302000"/>
          </a:xfrm>
          <a:prstGeom prst="rect">
            <a:avLst/>
          </a:prstGeom>
          <a:noFill/>
          <a:ln w="9525">
            <a:noFill/>
            <a:miter lim="800000"/>
            <a:headEnd/>
            <a:tailEnd/>
          </a:ln>
        </p:spPr>
      </p:pic>
      <p:sp>
        <p:nvSpPr>
          <p:cNvPr id="7" name="Oval 6"/>
          <p:cNvSpPr/>
          <p:nvPr/>
        </p:nvSpPr>
        <p:spPr>
          <a:xfrm>
            <a:off x="533400" y="1676400"/>
            <a:ext cx="1295400" cy="1219200"/>
          </a:xfrm>
          <a:prstGeom prst="ellipse">
            <a:avLst/>
          </a:prstGeom>
          <a:no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Oval 7"/>
          <p:cNvSpPr/>
          <p:nvPr/>
        </p:nvSpPr>
        <p:spPr>
          <a:xfrm>
            <a:off x="4876800" y="1676400"/>
            <a:ext cx="1295400" cy="1219200"/>
          </a:xfrm>
          <a:prstGeom prst="ellipse">
            <a:avLst/>
          </a:prstGeom>
          <a:no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440" name="TextBox 8"/>
          <p:cNvSpPr txBox="1">
            <a:spLocks noChangeArrowheads="1"/>
          </p:cNvSpPr>
          <p:nvPr/>
        </p:nvSpPr>
        <p:spPr bwMode="auto">
          <a:xfrm>
            <a:off x="5029200" y="5334000"/>
            <a:ext cx="3313113" cy="646113"/>
          </a:xfrm>
          <a:prstGeom prst="rect">
            <a:avLst/>
          </a:prstGeom>
          <a:noFill/>
          <a:ln w="9525">
            <a:noFill/>
            <a:miter lim="800000"/>
            <a:headEnd/>
            <a:tailEnd/>
          </a:ln>
        </p:spPr>
        <p:txBody>
          <a:bodyPr wrap="none">
            <a:spAutoFit/>
          </a:bodyPr>
          <a:lstStyle/>
          <a:p>
            <a:pPr algn="ctr"/>
            <a:r>
              <a:rPr lang="en-US" altLang="en-US"/>
              <a:t>Reduce the stripes effect</a:t>
            </a:r>
          </a:p>
          <a:p>
            <a:pPr algn="ctr"/>
            <a:r>
              <a:rPr lang="en-US" altLang="en-US"/>
              <a:t>Smooth out the color transition</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smtClean="0"/>
              <a:t>Without and With Dithering</a:t>
            </a:r>
          </a:p>
        </p:txBody>
      </p:sp>
      <p:sp>
        <p:nvSpPr>
          <p:cNvPr id="3" name="Slide Number Placeholder 2"/>
          <p:cNvSpPr>
            <a:spLocks noGrp="1"/>
          </p:cNvSpPr>
          <p:nvPr>
            <p:ph type="sldNum" sz="quarter" idx="12"/>
          </p:nvPr>
        </p:nvSpPr>
        <p:spPr/>
        <p:txBody>
          <a:bodyPr/>
          <a:lstStyle/>
          <a:p>
            <a:pPr>
              <a:defRPr/>
            </a:pPr>
            <a:fld id="{4906311B-02DE-4DAA-A8EF-3EB2F865FF8C}" type="slidenum">
              <a:rPr lang="en-US" smtClean="0"/>
              <a:pPr>
                <a:defRPr/>
              </a:pPr>
              <a:t>107</a:t>
            </a:fld>
            <a:endParaRPr lang="en-US"/>
          </a:p>
        </p:txBody>
      </p:sp>
      <p:pic>
        <p:nvPicPr>
          <p:cNvPr id="19460" name="Picture 3"/>
          <p:cNvPicPr>
            <a:picLocks noChangeAspect="1" noChangeArrowheads="1"/>
          </p:cNvPicPr>
          <p:nvPr/>
        </p:nvPicPr>
        <p:blipFill>
          <a:blip r:embed="rId2"/>
          <a:srcRect/>
          <a:stretch>
            <a:fillRect/>
          </a:stretch>
        </p:blipFill>
        <p:spPr bwMode="auto">
          <a:xfrm>
            <a:off x="4800600" y="1803400"/>
            <a:ext cx="3835400" cy="3302000"/>
          </a:xfrm>
          <a:prstGeom prst="rect">
            <a:avLst/>
          </a:prstGeom>
          <a:noFill/>
          <a:ln w="9525">
            <a:noFill/>
            <a:miter lim="800000"/>
            <a:headEnd/>
            <a:tailEnd/>
          </a:ln>
        </p:spPr>
      </p:pic>
      <p:pic>
        <p:nvPicPr>
          <p:cNvPr id="19461" name="Picture 4"/>
          <p:cNvPicPr>
            <a:picLocks noChangeAspect="1" noChangeArrowheads="1"/>
          </p:cNvPicPr>
          <p:nvPr/>
        </p:nvPicPr>
        <p:blipFill>
          <a:blip r:embed="rId3"/>
          <a:srcRect/>
          <a:stretch>
            <a:fillRect/>
          </a:stretch>
        </p:blipFill>
        <p:spPr bwMode="auto">
          <a:xfrm>
            <a:off x="457200" y="1803400"/>
            <a:ext cx="3835400" cy="3302000"/>
          </a:xfrm>
          <a:prstGeom prst="rect">
            <a:avLst/>
          </a:prstGeom>
          <a:noFill/>
          <a:ln w="9525">
            <a:noFill/>
            <a:miter lim="800000"/>
            <a:headEnd/>
            <a:tailEnd/>
          </a:ln>
        </p:spPr>
      </p:pic>
      <p:sp>
        <p:nvSpPr>
          <p:cNvPr id="7" name="Oval 6"/>
          <p:cNvSpPr/>
          <p:nvPr/>
        </p:nvSpPr>
        <p:spPr>
          <a:xfrm>
            <a:off x="3429000" y="3429000"/>
            <a:ext cx="457200" cy="1219200"/>
          </a:xfrm>
          <a:prstGeom prst="ellipse">
            <a:avLst/>
          </a:prstGeom>
          <a:noFill/>
          <a:ln>
            <a:solidFill>
              <a:schemeClr val="bg1"/>
            </a:solidFill>
          </a:ln>
          <a:effectLst>
            <a:outerShdw blurRad="101600" dist="38100" dir="2700000" sx="105000" sy="105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Oval 7"/>
          <p:cNvSpPr/>
          <p:nvPr/>
        </p:nvSpPr>
        <p:spPr>
          <a:xfrm>
            <a:off x="7772400" y="3429000"/>
            <a:ext cx="457200" cy="1219200"/>
          </a:xfrm>
          <a:prstGeom prst="ellipse">
            <a:avLst/>
          </a:prstGeom>
          <a:noFill/>
          <a:ln>
            <a:solidFill>
              <a:schemeClr val="bg1"/>
            </a:solidFill>
          </a:ln>
          <a:effectLst>
            <a:outerShdw blurRad="101600" dist="38100" dir="2700000" sx="105000" sy="105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464" name="TextBox 8"/>
          <p:cNvSpPr txBox="1">
            <a:spLocks noChangeArrowheads="1"/>
          </p:cNvSpPr>
          <p:nvPr/>
        </p:nvSpPr>
        <p:spPr bwMode="auto">
          <a:xfrm>
            <a:off x="4800600" y="5334000"/>
            <a:ext cx="3886200" cy="646113"/>
          </a:xfrm>
          <a:prstGeom prst="rect">
            <a:avLst/>
          </a:prstGeom>
          <a:noFill/>
          <a:ln w="9525">
            <a:noFill/>
            <a:miter lim="800000"/>
            <a:headEnd/>
            <a:tailEnd/>
          </a:ln>
        </p:spPr>
        <p:txBody>
          <a:bodyPr>
            <a:spAutoFit/>
          </a:bodyPr>
          <a:lstStyle/>
          <a:p>
            <a:pPr algn="ctr"/>
            <a:r>
              <a:rPr lang="en-US" altLang="en-US"/>
              <a:t>Some colors are not solid anymore, but with dithering</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smtClean="0"/>
              <a:t>PNG</a:t>
            </a:r>
          </a:p>
        </p:txBody>
      </p:sp>
      <p:sp>
        <p:nvSpPr>
          <p:cNvPr id="20483" name="Content Placeholder 2"/>
          <p:cNvSpPr>
            <a:spLocks noGrp="1"/>
          </p:cNvSpPr>
          <p:nvPr>
            <p:ph idx="1"/>
          </p:nvPr>
        </p:nvSpPr>
        <p:spPr/>
        <p:txBody>
          <a:bodyPr/>
          <a:lstStyle/>
          <a:p>
            <a:r>
              <a:rPr lang="en-US" altLang="en-US" smtClean="0"/>
              <a:t>PNG-8</a:t>
            </a:r>
          </a:p>
          <a:p>
            <a:pPr lvl="1"/>
            <a:r>
              <a:rPr lang="en-US" altLang="en-US" smtClean="0"/>
              <a:t>up to 256 colors (8-bit)</a:t>
            </a:r>
          </a:p>
          <a:p>
            <a:r>
              <a:rPr lang="en-US" altLang="en-US" smtClean="0"/>
              <a:t>PNG-24</a:t>
            </a:r>
          </a:p>
          <a:p>
            <a:pPr lvl="1"/>
            <a:r>
              <a:rPr lang="en-US" altLang="en-US" smtClean="0"/>
              <a:t>24-bit colors</a:t>
            </a:r>
          </a:p>
          <a:p>
            <a:pPr lvl="1"/>
            <a:r>
              <a:rPr lang="en-US" altLang="en-US" smtClean="0"/>
              <a:t>lossless compression</a:t>
            </a:r>
          </a:p>
          <a:p>
            <a:pPr lvl="1"/>
            <a:r>
              <a:rPr lang="en-US" altLang="en-US" smtClean="0"/>
              <a:t>larger file size than JPEG but without the ugly JPEG compression artifacts</a:t>
            </a:r>
          </a:p>
        </p:txBody>
      </p:sp>
      <p:sp>
        <p:nvSpPr>
          <p:cNvPr id="4" name="Slide Number Placeholder 3"/>
          <p:cNvSpPr>
            <a:spLocks noGrp="1"/>
          </p:cNvSpPr>
          <p:nvPr>
            <p:ph type="sldNum" sz="quarter" idx="12"/>
          </p:nvPr>
        </p:nvSpPr>
        <p:spPr/>
        <p:txBody>
          <a:bodyPr/>
          <a:lstStyle/>
          <a:p>
            <a:pPr>
              <a:defRPr/>
            </a:pPr>
            <a:fld id="{77AF2A6A-ECC9-4BBF-85A6-AC37B7110036}" type="slidenum">
              <a:rPr lang="en-US" smtClean="0"/>
              <a:pPr>
                <a:defRPr/>
              </a:pPr>
              <a:t>108</a:t>
            </a:fld>
            <a:endParaRPr lang="en-US"/>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841500"/>
          </a:xfrm>
        </p:spPr>
        <p:txBody>
          <a:bodyPr>
            <a:normAutofit fontScale="90000"/>
          </a:bodyPr>
          <a:lstStyle/>
          <a:p>
            <a:pPr>
              <a:defRPr/>
            </a:pPr>
            <a:r>
              <a:rPr lang="en-US" sz="2000" b="0" cap="none" smtClean="0">
                <a:solidFill>
                  <a:schemeClr val="bg1">
                    <a:lumMod val="50000"/>
                  </a:schemeClr>
                </a:solidFill>
                <a:latin typeface="+mn-lt"/>
              </a:rPr>
              <a:t>1. Hands-on to optimize files in JPEG, GIF, and PNG formats and to adjust the compression settings to achieve the balance between the file size and overall image quality.</a:t>
            </a:r>
            <a:br>
              <a:rPr lang="en-US" sz="2000" b="0" cap="none" smtClean="0">
                <a:solidFill>
                  <a:schemeClr val="bg1">
                    <a:lumMod val="50000"/>
                  </a:schemeClr>
                </a:solidFill>
                <a:latin typeface="+mn-lt"/>
              </a:rPr>
            </a:br>
            <a:r>
              <a:rPr lang="en-US" sz="2000" b="0" cap="none" smtClean="0">
                <a:solidFill>
                  <a:schemeClr val="bg1">
                    <a:lumMod val="50000"/>
                  </a:schemeClr>
                </a:solidFill>
                <a:latin typeface="+mn-lt"/>
              </a:rPr>
              <a:t/>
            </a:r>
            <a:br>
              <a:rPr lang="en-US" sz="2000" b="0" cap="none" smtClean="0">
                <a:solidFill>
                  <a:schemeClr val="bg1">
                    <a:lumMod val="50000"/>
                  </a:schemeClr>
                </a:solidFill>
                <a:latin typeface="+mn-lt"/>
              </a:rPr>
            </a:br>
            <a:r>
              <a:rPr lang="en-US" sz="2000" b="0" cap="none" smtClean="0">
                <a:solidFill>
                  <a:schemeClr val="bg1">
                    <a:lumMod val="50000"/>
                  </a:schemeClr>
                </a:solidFill>
                <a:latin typeface="+mn-lt"/>
              </a:rPr>
              <a:t>2. Learn the type of images that each of these file formats is most effective at compressing.</a:t>
            </a:r>
            <a:endParaRPr lang="en-US" sz="2000" b="0" cap="none">
              <a:solidFill>
                <a:schemeClr val="bg1">
                  <a:lumMod val="50000"/>
                </a:schemeClr>
              </a:solidFill>
              <a:latin typeface="+mn-lt"/>
            </a:endParaRPr>
          </a:p>
        </p:txBody>
      </p:sp>
      <p:sp>
        <p:nvSpPr>
          <p:cNvPr id="3" name="Text Placeholder 2"/>
          <p:cNvSpPr>
            <a:spLocks noGrp="1"/>
          </p:cNvSpPr>
          <p:nvPr>
            <p:ph type="body" idx="1"/>
          </p:nvPr>
        </p:nvSpPr>
        <p:spPr/>
        <p:txBody>
          <a:bodyPr>
            <a:normAutofit fontScale="92500"/>
          </a:bodyPr>
          <a:lstStyle/>
          <a:p>
            <a:pPr>
              <a:buFont typeface="Arial" charset="0"/>
              <a:buNone/>
              <a:defRPr/>
            </a:pPr>
            <a:r>
              <a:rPr lang="en-US" smtClean="0"/>
              <a:t> Also try out the worksheet:</a:t>
            </a:r>
          </a:p>
          <a:p>
            <a:pPr>
              <a:buFont typeface="Arial" charset="0"/>
              <a:buNone/>
              <a:defRPr/>
            </a:pPr>
            <a:r>
              <a:rPr lang="en-US" sz="4000" cap="small" smtClean="0">
                <a:solidFill>
                  <a:schemeClr val="tx1"/>
                </a:solidFill>
                <a:latin typeface="+mj-lt"/>
              </a:rPr>
              <a:t>Worksheet: JPEG versus GIF versus PNG</a:t>
            </a:r>
            <a:endParaRPr lang="en-US" sz="4000" smtClean="0">
              <a:solidFill>
                <a:schemeClr val="tx1"/>
              </a:solidFill>
              <a:latin typeface="+mj-lt"/>
            </a:endParaRPr>
          </a:p>
        </p:txBody>
      </p:sp>
      <p:sp>
        <p:nvSpPr>
          <p:cNvPr id="4" name="Slide Number Placeholder 3"/>
          <p:cNvSpPr>
            <a:spLocks noGrp="1"/>
          </p:cNvSpPr>
          <p:nvPr>
            <p:ph type="sldNum" sz="quarter" idx="12"/>
          </p:nvPr>
        </p:nvSpPr>
        <p:spPr/>
        <p:txBody>
          <a:bodyPr/>
          <a:lstStyle/>
          <a:p>
            <a:pPr>
              <a:defRPr/>
            </a:pPr>
            <a:fld id="{E2E79653-C36B-4B89-BAB1-071C5F9A41F9}" type="slidenum">
              <a:rPr lang="en-US" smtClean="0"/>
              <a:pPr>
                <a:defRPr/>
              </a:pPr>
              <a:t>109</a:t>
            </a:fld>
            <a:endParaRPr lang="en-US"/>
          </a:p>
        </p:txBody>
      </p:sp>
      <p:pic>
        <p:nvPicPr>
          <p:cNvPr id="21509" name="Picture 2" descr="C:\Users\ylwong\AppData\Local\Microsoft\Windows\Temporary Internet Files\Content.IE5\UFRBNK6B\MC900383840[1].wmf"/>
          <p:cNvPicPr>
            <a:picLocks noChangeAspect="1" noChangeArrowheads="1"/>
          </p:cNvPicPr>
          <p:nvPr/>
        </p:nvPicPr>
        <p:blipFill>
          <a:blip r:embed="rId2"/>
          <a:srcRect/>
          <a:stretch>
            <a:fillRect/>
          </a:stretch>
        </p:blipFill>
        <p:spPr bwMode="auto">
          <a:xfrm>
            <a:off x="4167188" y="1809750"/>
            <a:ext cx="809625" cy="9334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ctrTitle"/>
          </p:nvPr>
        </p:nvSpPr>
        <p:spPr/>
        <p:txBody>
          <a:bodyPr/>
          <a:lstStyle/>
          <a:p>
            <a:pPr eaLnBrk="1" hangingPunct="1"/>
            <a:r>
              <a:rPr lang="en-US" altLang="en-US" smtClean="0"/>
              <a:t>Review Questions</a:t>
            </a:r>
          </a:p>
        </p:txBody>
      </p:sp>
      <p:sp>
        <p:nvSpPr>
          <p:cNvPr id="3" name="Subtitle 2"/>
          <p:cNvSpPr>
            <a:spLocks noGrp="1"/>
          </p:cNvSpPr>
          <p:nvPr>
            <p:ph type="subTitle" idx="1"/>
          </p:nvPr>
        </p:nvSpPr>
        <p:spPr/>
        <p:txBody>
          <a:bodyPr>
            <a:normAutofit fontScale="70000" lnSpcReduction="20000"/>
          </a:bodyPr>
          <a:lstStyle/>
          <a:p>
            <a:pPr eaLnBrk="1" hangingPunct="1">
              <a:buFont typeface="Arial" charset="0"/>
              <a:buNone/>
              <a:defRPr/>
            </a:pPr>
            <a:r>
              <a:rPr lang="en-US" smtClean="0"/>
              <a:t>Note to instructor: </a:t>
            </a:r>
          </a:p>
          <a:p>
            <a:pPr eaLnBrk="1" hangingPunct="1">
              <a:buFont typeface="Arial" charset="0"/>
              <a:buNone/>
              <a:defRPr/>
            </a:pPr>
            <a:r>
              <a:rPr lang="en-US" smtClean="0"/>
              <a:t>Depending on your preference, you may want to go over the review questions at the </a:t>
            </a:r>
            <a:r>
              <a:rPr lang="en-US" u="sng" smtClean="0"/>
              <a:t>end of this lecture </a:t>
            </a:r>
            <a:r>
              <a:rPr lang="en-US" smtClean="0"/>
              <a:t>as an instant review or at the </a:t>
            </a:r>
            <a:r>
              <a:rPr lang="en-US" u="sng" smtClean="0"/>
              <a:t>beginning of next lecture </a:t>
            </a:r>
            <a:r>
              <a:rPr lang="en-US" smtClean="0"/>
              <a:t>to refresh students' memory of this lecture.</a:t>
            </a:r>
          </a:p>
        </p:txBody>
      </p:sp>
      <p:sp>
        <p:nvSpPr>
          <p:cNvPr id="4" name="Slide Number Placeholder 3"/>
          <p:cNvSpPr>
            <a:spLocks noGrp="1"/>
          </p:cNvSpPr>
          <p:nvPr>
            <p:ph type="sldNum" sz="quarter" idx="12"/>
          </p:nvPr>
        </p:nvSpPr>
        <p:spPr/>
        <p:txBody>
          <a:bodyPr/>
          <a:lstStyle/>
          <a:p>
            <a:pPr>
              <a:defRPr/>
            </a:pPr>
            <a:fld id="{4185A0AE-6761-4D1D-B2DB-128ACBE7B2BC}" type="slidenum">
              <a:rPr lang="en-US" smtClean="0"/>
              <a:pPr>
                <a:defRPr/>
              </a:pPr>
              <a:t>110</a:t>
            </a:fld>
            <a:endParaRPr lang="en-US"/>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ltLang="en-US" smtClean="0"/>
              <a:t>Review Question</a:t>
            </a:r>
          </a:p>
        </p:txBody>
      </p:sp>
      <p:sp>
        <p:nvSpPr>
          <p:cNvPr id="23555" name="Content Placeholder 2"/>
          <p:cNvSpPr>
            <a:spLocks noGrp="1"/>
          </p:cNvSpPr>
          <p:nvPr>
            <p:ph idx="1"/>
          </p:nvPr>
        </p:nvSpPr>
        <p:spPr/>
        <p:txBody>
          <a:bodyPr/>
          <a:lstStyle/>
          <a:p>
            <a:pPr>
              <a:buFont typeface="Arial" pitchFamily="34" charset="0"/>
              <a:buNone/>
            </a:pPr>
            <a:r>
              <a:rPr lang="en-US" altLang="en-US" smtClean="0"/>
              <a:t>What kind of images are GIF files most appropriate for?</a:t>
            </a:r>
          </a:p>
          <a:p>
            <a:pPr>
              <a:buFont typeface="Arial" pitchFamily="34" charset="0"/>
              <a:buNone/>
            </a:pPr>
            <a:endParaRPr lang="en-US" altLang="en-US" smtClean="0"/>
          </a:p>
          <a:p>
            <a:pPr>
              <a:buFont typeface="Arial" pitchFamily="34" charset="0"/>
              <a:buNone/>
            </a:pPr>
            <a:r>
              <a:rPr lang="en-US" altLang="en-US" smtClean="0"/>
              <a:t>A. big areas of solid colors</a:t>
            </a:r>
          </a:p>
          <a:p>
            <a:pPr>
              <a:buFont typeface="Arial" pitchFamily="34" charset="0"/>
              <a:buNone/>
            </a:pPr>
            <a:r>
              <a:rPr lang="en-US" altLang="en-US" smtClean="0"/>
              <a:t>B. continuous tone photographs</a:t>
            </a:r>
          </a:p>
          <a:p>
            <a:pPr>
              <a:buFont typeface="Arial" pitchFamily="34" charset="0"/>
              <a:buNone/>
            </a:pPr>
            <a:r>
              <a:rPr lang="en-US" altLang="en-US" smtClean="0"/>
              <a:t>C. lots of gradients</a:t>
            </a:r>
          </a:p>
        </p:txBody>
      </p:sp>
      <p:sp>
        <p:nvSpPr>
          <p:cNvPr id="4" name="Slide Number Placeholder 3"/>
          <p:cNvSpPr>
            <a:spLocks noGrp="1"/>
          </p:cNvSpPr>
          <p:nvPr>
            <p:ph type="sldNum" sz="quarter" idx="12"/>
          </p:nvPr>
        </p:nvSpPr>
        <p:spPr/>
        <p:txBody>
          <a:bodyPr/>
          <a:lstStyle/>
          <a:p>
            <a:pPr>
              <a:defRPr/>
            </a:pPr>
            <a:fld id="{66AB49A0-B005-4AF1-9E32-4297453B379F}" type="slidenum">
              <a:rPr lang="en-US" smtClean="0"/>
              <a:pPr>
                <a:defRPr/>
              </a:pPr>
              <a:t>111</a:t>
            </a:fld>
            <a:endParaRPr lang="en-US"/>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ltLang="en-US" smtClean="0"/>
              <a:t>Review Question</a:t>
            </a:r>
          </a:p>
        </p:txBody>
      </p:sp>
      <p:sp>
        <p:nvSpPr>
          <p:cNvPr id="24579" name="Content Placeholder 2"/>
          <p:cNvSpPr>
            <a:spLocks noGrp="1"/>
          </p:cNvSpPr>
          <p:nvPr>
            <p:ph idx="1"/>
          </p:nvPr>
        </p:nvSpPr>
        <p:spPr/>
        <p:txBody>
          <a:bodyPr/>
          <a:lstStyle/>
          <a:p>
            <a:pPr>
              <a:buFont typeface="Arial" pitchFamily="34" charset="0"/>
              <a:buNone/>
            </a:pPr>
            <a:r>
              <a:rPr lang="en-US" altLang="en-US" smtClean="0"/>
              <a:t>What kind of images are JPEG files most appropriate for?</a:t>
            </a:r>
          </a:p>
          <a:p>
            <a:pPr>
              <a:buFont typeface="Arial" pitchFamily="34" charset="0"/>
              <a:buNone/>
            </a:pPr>
            <a:endParaRPr lang="en-US" altLang="en-US" smtClean="0"/>
          </a:p>
          <a:p>
            <a:pPr>
              <a:buFont typeface="Arial" pitchFamily="34" charset="0"/>
              <a:buNone/>
            </a:pPr>
            <a:r>
              <a:rPr lang="en-US" altLang="en-US" smtClean="0"/>
              <a:t>A. big areas of solid colors</a:t>
            </a:r>
          </a:p>
          <a:p>
            <a:pPr>
              <a:buFont typeface="Arial" pitchFamily="34" charset="0"/>
              <a:buNone/>
            </a:pPr>
            <a:r>
              <a:rPr lang="en-US" altLang="en-US" smtClean="0"/>
              <a:t>B. continuous tone photographs</a:t>
            </a:r>
          </a:p>
          <a:p>
            <a:pPr>
              <a:buFont typeface="Arial" pitchFamily="34" charset="0"/>
              <a:buNone/>
            </a:pPr>
            <a:r>
              <a:rPr lang="en-US" altLang="en-US" smtClean="0"/>
              <a:t>C. lots of gradients</a:t>
            </a:r>
          </a:p>
        </p:txBody>
      </p:sp>
      <p:sp>
        <p:nvSpPr>
          <p:cNvPr id="4" name="Slide Number Placeholder 3"/>
          <p:cNvSpPr>
            <a:spLocks noGrp="1"/>
          </p:cNvSpPr>
          <p:nvPr>
            <p:ph type="sldNum" sz="quarter" idx="12"/>
          </p:nvPr>
        </p:nvSpPr>
        <p:spPr/>
        <p:txBody>
          <a:bodyPr/>
          <a:lstStyle/>
          <a:p>
            <a:pPr>
              <a:defRPr/>
            </a:pPr>
            <a:fld id="{25D35DB3-067D-4371-A2B8-ABC6599632D9}" type="slidenum">
              <a:rPr lang="en-US" smtClean="0"/>
              <a:pPr>
                <a:defRPr/>
              </a:pPr>
              <a:t>112</a:t>
            </a:fld>
            <a:endParaRPr lang="en-US"/>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smtClean="0"/>
              <a:t>Review Question</a:t>
            </a:r>
          </a:p>
        </p:txBody>
      </p:sp>
      <p:sp>
        <p:nvSpPr>
          <p:cNvPr id="25603" name="Content Placeholder 2"/>
          <p:cNvSpPr>
            <a:spLocks noGrp="1"/>
          </p:cNvSpPr>
          <p:nvPr>
            <p:ph idx="1"/>
          </p:nvPr>
        </p:nvSpPr>
        <p:spPr/>
        <p:txBody>
          <a:bodyPr/>
          <a:lstStyle/>
          <a:p>
            <a:pPr>
              <a:buFont typeface="Arial" pitchFamily="34" charset="0"/>
              <a:buNone/>
            </a:pPr>
            <a:r>
              <a:rPr lang="en-US" altLang="en-US" smtClean="0"/>
              <a:t>Which file format(s) can be created as an animated sequence?</a:t>
            </a:r>
          </a:p>
          <a:p>
            <a:pPr>
              <a:buFont typeface="Arial" pitchFamily="34" charset="0"/>
              <a:buNone/>
            </a:pPr>
            <a:endParaRPr lang="en-US" altLang="en-US" smtClean="0"/>
          </a:p>
          <a:p>
            <a:pPr>
              <a:buFont typeface="Arial" pitchFamily="34" charset="0"/>
              <a:buNone/>
            </a:pPr>
            <a:r>
              <a:rPr lang="en-US" altLang="en-US" smtClean="0"/>
              <a:t>A. JPEG</a:t>
            </a:r>
          </a:p>
          <a:p>
            <a:pPr>
              <a:buFont typeface="Arial" pitchFamily="34" charset="0"/>
              <a:buNone/>
            </a:pPr>
            <a:r>
              <a:rPr lang="en-US" altLang="en-US" smtClean="0"/>
              <a:t>B. PNG</a:t>
            </a:r>
          </a:p>
          <a:p>
            <a:pPr>
              <a:buFont typeface="Arial" pitchFamily="34" charset="0"/>
              <a:buNone/>
            </a:pPr>
            <a:r>
              <a:rPr lang="en-US" altLang="en-US" smtClean="0"/>
              <a:t>C. GIF</a:t>
            </a:r>
          </a:p>
        </p:txBody>
      </p:sp>
      <p:sp>
        <p:nvSpPr>
          <p:cNvPr id="4" name="Slide Number Placeholder 3"/>
          <p:cNvSpPr>
            <a:spLocks noGrp="1"/>
          </p:cNvSpPr>
          <p:nvPr>
            <p:ph type="sldNum" sz="quarter" idx="12"/>
          </p:nvPr>
        </p:nvSpPr>
        <p:spPr/>
        <p:txBody>
          <a:bodyPr/>
          <a:lstStyle/>
          <a:p>
            <a:pPr>
              <a:defRPr/>
            </a:pPr>
            <a:fld id="{2EC04749-28BF-422E-919A-247E6D554616}" type="slidenum">
              <a:rPr lang="en-US" smtClean="0"/>
              <a:pPr>
                <a:defRPr/>
              </a:pPr>
              <a:t>113</a:t>
            </a:fld>
            <a:endParaRPr lang="en-US"/>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smtClean="0"/>
              <a:t>Review Question</a:t>
            </a:r>
          </a:p>
        </p:txBody>
      </p:sp>
      <p:sp>
        <p:nvSpPr>
          <p:cNvPr id="26627" name="Content Placeholder 2"/>
          <p:cNvSpPr>
            <a:spLocks noGrp="1"/>
          </p:cNvSpPr>
          <p:nvPr>
            <p:ph idx="1"/>
          </p:nvPr>
        </p:nvSpPr>
        <p:spPr/>
        <p:txBody>
          <a:bodyPr/>
          <a:lstStyle/>
          <a:p>
            <a:pPr>
              <a:buFont typeface="Arial" pitchFamily="34" charset="0"/>
              <a:buNone/>
            </a:pPr>
            <a:r>
              <a:rPr lang="en-US" altLang="en-US" smtClean="0"/>
              <a:t>Which file format(s) can have transparency?</a:t>
            </a:r>
          </a:p>
          <a:p>
            <a:pPr>
              <a:buFont typeface="Arial" pitchFamily="34" charset="0"/>
              <a:buNone/>
            </a:pPr>
            <a:endParaRPr lang="en-US" altLang="en-US" smtClean="0"/>
          </a:p>
          <a:p>
            <a:pPr>
              <a:buFont typeface="Arial" pitchFamily="34" charset="0"/>
              <a:buNone/>
            </a:pPr>
            <a:r>
              <a:rPr lang="en-US" altLang="en-US" smtClean="0"/>
              <a:t>A. JPEG</a:t>
            </a:r>
          </a:p>
          <a:p>
            <a:pPr>
              <a:buFont typeface="Arial" pitchFamily="34" charset="0"/>
              <a:buNone/>
            </a:pPr>
            <a:r>
              <a:rPr lang="en-US" altLang="en-US" smtClean="0"/>
              <a:t>B. PNG</a:t>
            </a:r>
          </a:p>
          <a:p>
            <a:pPr>
              <a:buFont typeface="Arial" pitchFamily="34" charset="0"/>
              <a:buNone/>
            </a:pPr>
            <a:r>
              <a:rPr lang="en-US" altLang="en-US" smtClean="0"/>
              <a:t>C. GIF</a:t>
            </a:r>
          </a:p>
        </p:txBody>
      </p:sp>
      <p:sp>
        <p:nvSpPr>
          <p:cNvPr id="4" name="Slide Number Placeholder 3"/>
          <p:cNvSpPr>
            <a:spLocks noGrp="1"/>
          </p:cNvSpPr>
          <p:nvPr>
            <p:ph type="sldNum" sz="quarter" idx="12"/>
          </p:nvPr>
        </p:nvSpPr>
        <p:spPr/>
        <p:txBody>
          <a:bodyPr/>
          <a:lstStyle/>
          <a:p>
            <a:pPr>
              <a:defRPr/>
            </a:pPr>
            <a:fld id="{2B839783-DA2C-4E8B-BB25-E1A0025BEBF5}" type="slidenum">
              <a:rPr lang="en-US" smtClean="0"/>
              <a:pPr>
                <a:defRPr/>
              </a:pPr>
              <a:t>114</a:t>
            </a:fld>
            <a:endParaRPr lang="en-US"/>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ltLang="en-US" smtClean="0"/>
              <a:t>Review Question</a:t>
            </a:r>
          </a:p>
        </p:txBody>
      </p:sp>
      <p:sp>
        <p:nvSpPr>
          <p:cNvPr id="27651" name="Content Placeholder 2"/>
          <p:cNvSpPr>
            <a:spLocks noGrp="1"/>
          </p:cNvSpPr>
          <p:nvPr>
            <p:ph idx="1"/>
          </p:nvPr>
        </p:nvSpPr>
        <p:spPr/>
        <p:txBody>
          <a:bodyPr/>
          <a:lstStyle/>
          <a:p>
            <a:pPr>
              <a:buFont typeface="Arial" pitchFamily="34" charset="0"/>
              <a:buNone/>
            </a:pPr>
            <a:r>
              <a:rPr lang="en-US" altLang="en-US" smtClean="0"/>
              <a:t>Saving an image with more than 256 colors into a GIF may have the undesirable effects as discussed in the lecture. </a:t>
            </a:r>
          </a:p>
          <a:p>
            <a:pPr>
              <a:buFont typeface="Arial" pitchFamily="34" charset="0"/>
              <a:buNone/>
            </a:pPr>
            <a:r>
              <a:rPr lang="en-US" altLang="en-US" smtClean="0"/>
              <a:t>So why or when would you want to save an image as a GIF?</a:t>
            </a:r>
          </a:p>
        </p:txBody>
      </p:sp>
      <p:sp>
        <p:nvSpPr>
          <p:cNvPr id="4" name="Slide Number Placeholder 3"/>
          <p:cNvSpPr>
            <a:spLocks noGrp="1"/>
          </p:cNvSpPr>
          <p:nvPr>
            <p:ph type="sldNum" sz="quarter" idx="12"/>
          </p:nvPr>
        </p:nvSpPr>
        <p:spPr/>
        <p:txBody>
          <a:bodyPr/>
          <a:lstStyle/>
          <a:p>
            <a:pPr>
              <a:defRPr/>
            </a:pPr>
            <a:fld id="{A599DC76-4B2B-4329-AC09-6112A46DF174}" type="slidenum">
              <a:rPr lang="en-US" smtClean="0"/>
              <a:pPr>
                <a:defRPr/>
              </a:pPr>
              <a:t>115</a:t>
            </a:fld>
            <a:endParaRPr lang="en-US"/>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smtClean="0"/>
              <a:t>Review Question</a:t>
            </a:r>
          </a:p>
        </p:txBody>
      </p:sp>
      <p:sp>
        <p:nvSpPr>
          <p:cNvPr id="28675" name="Content Placeholder 2"/>
          <p:cNvSpPr>
            <a:spLocks noGrp="1"/>
          </p:cNvSpPr>
          <p:nvPr>
            <p:ph idx="1"/>
          </p:nvPr>
        </p:nvSpPr>
        <p:spPr/>
        <p:txBody>
          <a:bodyPr/>
          <a:lstStyle/>
          <a:p>
            <a:pPr>
              <a:buFont typeface="Arial" pitchFamily="34" charset="0"/>
              <a:buNone/>
            </a:pPr>
            <a:r>
              <a:rPr lang="en-US" altLang="en-US" smtClean="0"/>
              <a:t>In general, a PNG-24 file has a larger file size than a JPEG. </a:t>
            </a:r>
          </a:p>
          <a:p>
            <a:pPr>
              <a:buFont typeface="Arial" pitchFamily="34" charset="0"/>
              <a:buNone/>
            </a:pPr>
            <a:r>
              <a:rPr lang="en-US" altLang="en-US" smtClean="0"/>
              <a:t>So why or when would you want to save an image as a PNG instead of a JPEG?</a:t>
            </a:r>
          </a:p>
        </p:txBody>
      </p:sp>
      <p:sp>
        <p:nvSpPr>
          <p:cNvPr id="4" name="Slide Number Placeholder 3"/>
          <p:cNvSpPr>
            <a:spLocks noGrp="1"/>
          </p:cNvSpPr>
          <p:nvPr>
            <p:ph type="sldNum" sz="quarter" idx="12"/>
          </p:nvPr>
        </p:nvSpPr>
        <p:spPr/>
        <p:txBody>
          <a:bodyPr/>
          <a:lstStyle/>
          <a:p>
            <a:pPr>
              <a:defRPr/>
            </a:pPr>
            <a:fld id="{3CF4D6C6-5704-44ED-8D7C-71DFC4C458DF}" type="slidenum">
              <a:rPr lang="en-US" smtClean="0"/>
              <a:pPr>
                <a:defRPr/>
              </a:pPr>
              <a:t>116</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سمة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سمة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3473</Words>
  <PresentationFormat>عرض على الشاشة (3:4)‏</PresentationFormat>
  <Paragraphs>686</Paragraphs>
  <Slides>116</Slides>
  <Notes>29</Notes>
  <HiddenSlides>0</HiddenSlides>
  <MMClips>0</MMClips>
  <ScaleCrop>false</ScaleCrop>
  <HeadingPairs>
    <vt:vector size="6" baseType="variant">
      <vt:variant>
        <vt:lpstr>سمة</vt:lpstr>
      </vt:variant>
      <vt:variant>
        <vt:i4>1</vt:i4>
      </vt:variant>
      <vt:variant>
        <vt:lpstr>خوادم OLE مضمنة</vt:lpstr>
      </vt:variant>
      <vt:variant>
        <vt:i4>1</vt:i4>
      </vt:variant>
      <vt:variant>
        <vt:lpstr>عناوين الشرائح</vt:lpstr>
      </vt:variant>
      <vt:variant>
        <vt:i4>116</vt:i4>
      </vt:variant>
    </vt:vector>
  </HeadingPairs>
  <TitlesOfParts>
    <vt:vector size="118" baseType="lpstr">
      <vt:lpstr>سمة Office</vt:lpstr>
      <vt:lpstr>Equation</vt:lpstr>
      <vt:lpstr>Chapter 3 Capturing and Editing Digital Images</vt:lpstr>
      <vt:lpstr>In this lecture, you will find answers to these questions</vt:lpstr>
      <vt:lpstr>Digital Cameras</vt:lpstr>
      <vt:lpstr>Digital Camera Sensors</vt:lpstr>
      <vt:lpstr>Megapixels</vt:lpstr>
      <vt:lpstr>Megapixels Example</vt:lpstr>
      <vt:lpstr>Megapixels Example</vt:lpstr>
      <vt:lpstr>Megapixels Example</vt:lpstr>
      <vt:lpstr>Megapixels</vt:lpstr>
      <vt:lpstr>Does a digital camera with more megapixels mean better image quality?</vt:lpstr>
      <vt:lpstr>Does a digital camera with a higher megapixel rating give bigger prints?</vt:lpstr>
      <vt:lpstr>Print Sizes of a 6-megapixel Image</vt:lpstr>
      <vt:lpstr>Print Sizes of a 2-megapixel Image</vt:lpstr>
      <vt:lpstr>Does a digital camera with a higher megapixel rating give bigger prints?</vt:lpstr>
      <vt:lpstr>Review Questions</vt:lpstr>
      <vt:lpstr>Review Question</vt:lpstr>
      <vt:lpstr>Review Question</vt:lpstr>
      <vt:lpstr>Review Question</vt:lpstr>
      <vt:lpstr>Review Question</vt:lpstr>
      <vt:lpstr>Review Question</vt:lpstr>
      <vt:lpstr>Review Question</vt:lpstr>
      <vt:lpstr>"Digital Media Primer" Yue-Ling Wong,  Copyright (c)2013 by Pearson Education, Inc. All rights reserved.</vt:lpstr>
      <vt:lpstr>Chapter 3 Capturing and Editing Digital Images</vt:lpstr>
      <vt:lpstr>In this lecture, you will learn:</vt:lpstr>
      <vt:lpstr>Print Size of an Image</vt:lpstr>
      <vt:lpstr>Print Size of an Image</vt:lpstr>
      <vt:lpstr>To better understand the equation, let's look at 3 scenarios and plug in some numbers.</vt:lpstr>
      <vt:lpstr>Scenario 1: Maintaining the Print Dimensions</vt:lpstr>
      <vt:lpstr>Scenario 2: Maintaining the Pixel Dimensions</vt:lpstr>
      <vt:lpstr>Scenario 3: Maintaining the Print PPI</vt:lpstr>
      <vt:lpstr>So, how are these scenarios translated into the settings used in an image-editing program?</vt:lpstr>
      <vt:lpstr>Adjust Output Resolution or Print Size in Photoshop: Image &gt; Image Size...</vt:lpstr>
      <vt:lpstr>Adjust Output Resolution or Print Size in Photoshop: Image &gt; Image Size...</vt:lpstr>
      <vt:lpstr>Adjust Output Resolution or Print Size in Photoshop: Image &gt; Image Size...</vt:lpstr>
      <vt:lpstr>Resample Image</vt:lpstr>
      <vt:lpstr>Effect of Resampling Image on Image Quality</vt:lpstr>
      <vt:lpstr>Print Resolution PPI  vs.  Printer Resolution DPI</vt:lpstr>
      <vt:lpstr>Printer Resolution DPI</vt:lpstr>
      <vt:lpstr>Print PPI vs. Printer DPI</vt:lpstr>
      <vt:lpstr>An interactive demonstration on optical color mixing</vt:lpstr>
      <vt:lpstr>Review Questions</vt:lpstr>
      <vt:lpstr>Review Question</vt:lpstr>
      <vt:lpstr>Review Question</vt:lpstr>
      <vt:lpstr>Review Question</vt:lpstr>
      <vt:lpstr>Review Question</vt:lpstr>
      <vt:lpstr>Review Question</vt:lpstr>
      <vt:lpstr>Review Question</vt:lpstr>
      <vt:lpstr>Review Question</vt:lpstr>
      <vt:lpstr>Review Question</vt:lpstr>
      <vt:lpstr>الشريحة 50</vt:lpstr>
      <vt:lpstr>الشريحة 51</vt:lpstr>
      <vt:lpstr>الشريحة 52</vt:lpstr>
      <vt:lpstr>الشريحة 53</vt:lpstr>
      <vt:lpstr>Review Question</vt:lpstr>
      <vt:lpstr>الشريحة 55</vt:lpstr>
      <vt:lpstr>الشريحة 56</vt:lpstr>
      <vt:lpstr>"Digital Media Primer" Yue-Ling Wong,  Copyright (c)2013 by Pearson Education, Inc. All rights reserved.</vt:lpstr>
      <vt:lpstr>Chapter 3 Capturing and Editing Digital Images</vt:lpstr>
      <vt:lpstr>In this lecture, you will learn:</vt:lpstr>
      <vt:lpstr>Vector Graphics</vt:lpstr>
      <vt:lpstr>Paths</vt:lpstr>
      <vt:lpstr>Paths and Points</vt:lpstr>
      <vt:lpstr>Tangent and Curviness</vt:lpstr>
      <vt:lpstr>Angle of Handle: Tangent</vt:lpstr>
      <vt:lpstr>Length of Handle: Curviness</vt:lpstr>
      <vt:lpstr>Corner Points vs. Smooth Points</vt:lpstr>
      <vt:lpstr>Corner Points vs. Smooth Points</vt:lpstr>
      <vt:lpstr>Common Tools in Adobe Illustrator</vt:lpstr>
      <vt:lpstr>Tools to Create Paths</vt:lpstr>
      <vt:lpstr>Tools to Convert between a Smooth Point and a Corner Point</vt:lpstr>
      <vt:lpstr>Breaking Dependency of Handles </vt:lpstr>
      <vt:lpstr>Practice drawing a simple path by using Pen tool, Convert Anchor Point tool, adjusting handles, and breaking dependency of handles.</vt:lpstr>
      <vt:lpstr>Strokes</vt:lpstr>
      <vt:lpstr>Strokes</vt:lpstr>
      <vt:lpstr>Strokes</vt:lpstr>
      <vt:lpstr>Fill</vt:lpstr>
      <vt:lpstr>Preset Shapes and Free-Form Drawing</vt:lpstr>
      <vt:lpstr>Selection Tools</vt:lpstr>
      <vt:lpstr>Other Useful Features</vt:lpstr>
      <vt:lpstr>Review Questions</vt:lpstr>
      <vt:lpstr>Review Question</vt:lpstr>
      <vt:lpstr>Review Question</vt:lpstr>
      <vt:lpstr>Review Question</vt:lpstr>
      <vt:lpstr>Review Question</vt:lpstr>
      <vt:lpstr>Review Question</vt:lpstr>
      <vt:lpstr>Review Question</vt:lpstr>
      <vt:lpstr>Review Question</vt:lpstr>
      <vt:lpstr>Review Question</vt:lpstr>
      <vt:lpstr>Review Question</vt:lpstr>
      <vt:lpstr>"Digital Media Primer" Yue-Ling Wong,  Copyright (c)2013 by Pearson Education, Inc. All rights reserved.</vt:lpstr>
      <vt:lpstr>Chapter 3 Capturing and Editing Digital Images</vt:lpstr>
      <vt:lpstr>In this lecture, you will learn:</vt:lpstr>
      <vt:lpstr>Common File Formats for Web Images</vt:lpstr>
      <vt:lpstr>JPEG</vt:lpstr>
      <vt:lpstr>JPEG</vt:lpstr>
      <vt:lpstr>JPEG Compression Artifacts</vt:lpstr>
      <vt:lpstr>GIF</vt:lpstr>
      <vt:lpstr>Color Reduction</vt:lpstr>
      <vt:lpstr>Color Reduction</vt:lpstr>
      <vt:lpstr>Example: Original TIF  (file size: 406 KB)</vt:lpstr>
      <vt:lpstr>Example: GIF 256 colors, no dither (file size: 28 KB)</vt:lpstr>
      <vt:lpstr>Example: GIF 256 colors, no dithering (file size: 28 KB)</vt:lpstr>
      <vt:lpstr>Color Reduction</vt:lpstr>
      <vt:lpstr>Dithering</vt:lpstr>
      <vt:lpstr>Example: GIF 256 colors, with dithering (file size: 34 KB)</vt:lpstr>
      <vt:lpstr>Without and With Dithering</vt:lpstr>
      <vt:lpstr>Without and With Dithering</vt:lpstr>
      <vt:lpstr>PNG</vt:lpstr>
      <vt:lpstr>1. Hands-on to optimize files in JPEG, GIF, and PNG formats and to adjust the compression settings to achieve the balance between the file size and overall image quality.  2. Learn the type of images that each of these file formats is most effective at compressing.</vt:lpstr>
      <vt:lpstr>Review Questions</vt:lpstr>
      <vt:lpstr>Review Question</vt:lpstr>
      <vt:lpstr>Review Question</vt:lpstr>
      <vt:lpstr>Review Question</vt:lpstr>
      <vt:lpstr>Review Question</vt:lpstr>
      <vt:lpstr>Review Question</vt:lpstr>
      <vt:lpstr>Review Question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Capturing and Editing Digital Images</dc:title>
  <dc:creator>MUHMMAD</dc:creator>
  <cp:lastModifiedBy>MUHMMAD</cp:lastModifiedBy>
  <cp:revision>2</cp:revision>
  <dcterms:created xsi:type="dcterms:W3CDTF">2020-08-14T18:37:05Z</dcterms:created>
  <dcterms:modified xsi:type="dcterms:W3CDTF">2020-08-15T17:16:04Z</dcterms:modified>
</cp:coreProperties>
</file>